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58" r:id="rId5"/>
    <p:sldId id="259" r:id="rId6"/>
    <p:sldId id="266" r:id="rId7"/>
    <p:sldId id="267" r:id="rId8"/>
    <p:sldId id="260" r:id="rId9"/>
    <p:sldId id="268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F2410-FD33-41A8-A87C-2CDC7D9C6564}" v="30" dt="2025-12-15T14:47:31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0A2E48-5F4A-443B-830B-7349B089802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79EE058D-E6B9-43C6-A4E1-D956204278E0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/>
            <a:t>Veri: </a:t>
          </a:r>
          <a:r>
            <a:rPr lang="tr-TR" b="0" i="1" baseline="0"/>
            <a:t>SuperMarket Analysis (Kaggle)</a:t>
          </a:r>
          <a:endParaRPr lang="en-US"/>
        </a:p>
      </dgm:t>
    </dgm:pt>
    <dgm:pt modelId="{A7C76746-D1BF-4A3B-9133-76B4BAC9D8D4}" type="parTrans" cxnId="{C44AD368-686E-419C-9E6E-1DD29674DC20}">
      <dgm:prSet/>
      <dgm:spPr/>
      <dgm:t>
        <a:bodyPr/>
        <a:lstStyle/>
        <a:p>
          <a:endParaRPr lang="en-US"/>
        </a:p>
      </dgm:t>
    </dgm:pt>
    <dgm:pt modelId="{62822A2B-3835-4B07-8684-80E4F9822463}" type="sibTrans" cxnId="{C44AD368-686E-419C-9E6E-1DD29674DC2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C178F15-5CB0-48D3-8680-9C5DD8F1EE4F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 dirty="0"/>
            <a:t>Kullanılan alanlar: </a:t>
          </a:r>
          <a:r>
            <a:rPr lang="tr-TR" b="0" i="0" baseline="0" dirty="0" err="1"/>
            <a:t>Date</a:t>
          </a:r>
          <a:r>
            <a:rPr lang="tr-TR" b="0" i="0" baseline="0" dirty="0"/>
            <a:t>, Time → </a:t>
          </a:r>
          <a:r>
            <a:rPr lang="tr-TR" b="0" i="0" baseline="0" dirty="0" err="1"/>
            <a:t>DateTime</a:t>
          </a:r>
          <a:endParaRPr lang="en-US" dirty="0"/>
        </a:p>
      </dgm:t>
    </dgm:pt>
    <dgm:pt modelId="{DC5731FC-167A-440A-B4CD-6BEF2F737189}" type="parTrans" cxnId="{BE598487-851E-4597-A93C-FFC3FE983BED}">
      <dgm:prSet/>
      <dgm:spPr/>
      <dgm:t>
        <a:bodyPr/>
        <a:lstStyle/>
        <a:p>
          <a:endParaRPr lang="en-US"/>
        </a:p>
      </dgm:t>
    </dgm:pt>
    <dgm:pt modelId="{82BF2487-E607-497D-9A89-2AD52168DD0F}" type="sibTrans" cxnId="{BE598487-851E-4597-A93C-FFC3FE983B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9202AF-6348-4206-A019-146679725984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/>
            <a:t>Interarrival (dk) = ardışık DateTime farkı</a:t>
          </a:r>
          <a:endParaRPr lang="en-US"/>
        </a:p>
      </dgm:t>
    </dgm:pt>
    <dgm:pt modelId="{5F24653A-C249-4181-9037-66E64AB7F9CA}" type="parTrans" cxnId="{7C03B8D5-EB09-4B9F-A567-DDCF922D3DA7}">
      <dgm:prSet/>
      <dgm:spPr/>
      <dgm:t>
        <a:bodyPr/>
        <a:lstStyle/>
        <a:p>
          <a:endParaRPr lang="en-US"/>
        </a:p>
      </dgm:t>
    </dgm:pt>
    <dgm:pt modelId="{360E5444-41A7-416B-B5F5-DA2D8566C1A2}" type="sibTrans" cxnId="{7C03B8D5-EB09-4B9F-A567-DDCF922D3DA7}">
      <dgm:prSet/>
      <dgm:spPr/>
      <dgm:t>
        <a:bodyPr/>
        <a:lstStyle/>
        <a:p>
          <a:endParaRPr lang="en-US"/>
        </a:p>
      </dgm:t>
    </dgm:pt>
    <dgm:pt modelId="{50997384-7A28-4093-B827-8A9EB54AFF35}" type="pres">
      <dgm:prSet presAssocID="{0E0A2E48-5F4A-443B-830B-7349B0898024}" presName="root" presStyleCnt="0">
        <dgm:presLayoutVars>
          <dgm:dir/>
          <dgm:resizeHandles val="exact"/>
        </dgm:presLayoutVars>
      </dgm:prSet>
      <dgm:spPr/>
    </dgm:pt>
    <dgm:pt modelId="{538867FE-AD90-490C-A566-5327656DB925}" type="pres">
      <dgm:prSet presAssocID="{0E0A2E48-5F4A-443B-830B-7349B0898024}" presName="container" presStyleCnt="0">
        <dgm:presLayoutVars>
          <dgm:dir/>
          <dgm:resizeHandles val="exact"/>
        </dgm:presLayoutVars>
      </dgm:prSet>
      <dgm:spPr/>
    </dgm:pt>
    <dgm:pt modelId="{1EBF1CE2-7EE7-4F03-83C9-3D22A920848F}" type="pres">
      <dgm:prSet presAssocID="{79EE058D-E6B9-43C6-A4E1-D956204278E0}" presName="compNode" presStyleCnt="0"/>
      <dgm:spPr/>
    </dgm:pt>
    <dgm:pt modelId="{D90B8541-051D-4064-B874-A3E216315336}" type="pres">
      <dgm:prSet presAssocID="{79EE058D-E6B9-43C6-A4E1-D956204278E0}" presName="iconBgRect" presStyleLbl="bgShp" presStyleIdx="0" presStyleCnt="3"/>
      <dgm:spPr/>
    </dgm:pt>
    <dgm:pt modelId="{C6FE597B-F5AE-4C85-BC9D-4C27BC6F2E7F}" type="pres">
      <dgm:prSet presAssocID="{79EE058D-E6B9-43C6-A4E1-D956204278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C59BD986-9551-4108-840B-609B98E4F86F}" type="pres">
      <dgm:prSet presAssocID="{79EE058D-E6B9-43C6-A4E1-D956204278E0}" presName="spaceRect" presStyleCnt="0"/>
      <dgm:spPr/>
    </dgm:pt>
    <dgm:pt modelId="{1B237E47-665A-4C9F-9919-A52F0B930641}" type="pres">
      <dgm:prSet presAssocID="{79EE058D-E6B9-43C6-A4E1-D956204278E0}" presName="textRect" presStyleLbl="revTx" presStyleIdx="0" presStyleCnt="3">
        <dgm:presLayoutVars>
          <dgm:chMax val="1"/>
          <dgm:chPref val="1"/>
        </dgm:presLayoutVars>
      </dgm:prSet>
      <dgm:spPr/>
    </dgm:pt>
    <dgm:pt modelId="{13A846E6-BA74-4D92-948A-C63269EF06EA}" type="pres">
      <dgm:prSet presAssocID="{62822A2B-3835-4B07-8684-80E4F9822463}" presName="sibTrans" presStyleLbl="sibTrans2D1" presStyleIdx="0" presStyleCnt="0"/>
      <dgm:spPr/>
    </dgm:pt>
    <dgm:pt modelId="{7580DCD2-58A5-460E-8541-CF34FD4DB73C}" type="pres">
      <dgm:prSet presAssocID="{3C178F15-5CB0-48D3-8680-9C5DD8F1EE4F}" presName="compNode" presStyleCnt="0"/>
      <dgm:spPr/>
    </dgm:pt>
    <dgm:pt modelId="{0A8269F8-1766-4AC4-AF23-8FCB33854121}" type="pres">
      <dgm:prSet presAssocID="{3C178F15-5CB0-48D3-8680-9C5DD8F1EE4F}" presName="iconBgRect" presStyleLbl="bgShp" presStyleIdx="1" presStyleCnt="3"/>
      <dgm:spPr/>
    </dgm:pt>
    <dgm:pt modelId="{4504B2C5-F367-4AFE-87A6-257D958673A5}" type="pres">
      <dgm:prSet presAssocID="{3C178F15-5CB0-48D3-8680-9C5DD8F1EE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2CFD2402-B97C-4D62-A287-1E9A4D17EE8C}" type="pres">
      <dgm:prSet presAssocID="{3C178F15-5CB0-48D3-8680-9C5DD8F1EE4F}" presName="spaceRect" presStyleCnt="0"/>
      <dgm:spPr/>
    </dgm:pt>
    <dgm:pt modelId="{24FC06FF-4769-4312-AA59-5CD4F264C033}" type="pres">
      <dgm:prSet presAssocID="{3C178F15-5CB0-48D3-8680-9C5DD8F1EE4F}" presName="textRect" presStyleLbl="revTx" presStyleIdx="1" presStyleCnt="3">
        <dgm:presLayoutVars>
          <dgm:chMax val="1"/>
          <dgm:chPref val="1"/>
        </dgm:presLayoutVars>
      </dgm:prSet>
      <dgm:spPr/>
    </dgm:pt>
    <dgm:pt modelId="{439D5F0E-12D7-4156-982E-10348EFEEA0E}" type="pres">
      <dgm:prSet presAssocID="{82BF2487-E607-497D-9A89-2AD52168DD0F}" presName="sibTrans" presStyleLbl="sibTrans2D1" presStyleIdx="0" presStyleCnt="0"/>
      <dgm:spPr/>
    </dgm:pt>
    <dgm:pt modelId="{952D1FE9-C089-47F4-AE79-C510561A4617}" type="pres">
      <dgm:prSet presAssocID="{619202AF-6348-4206-A019-146679725984}" presName="compNode" presStyleCnt="0"/>
      <dgm:spPr/>
    </dgm:pt>
    <dgm:pt modelId="{6684A19C-8611-4076-AE3D-4C00AA2BD9AA}" type="pres">
      <dgm:prSet presAssocID="{619202AF-6348-4206-A019-146679725984}" presName="iconBgRect" presStyleLbl="bgShp" presStyleIdx="2" presStyleCnt="3"/>
      <dgm:spPr/>
    </dgm:pt>
    <dgm:pt modelId="{9AA4ACBE-C715-4E85-B400-A46A927AACF2}" type="pres">
      <dgm:prSet presAssocID="{619202AF-6348-4206-A019-14667972598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ronometre"/>
        </a:ext>
      </dgm:extLst>
    </dgm:pt>
    <dgm:pt modelId="{EF21126F-684C-4510-8CBE-C7DFD6AA88F6}" type="pres">
      <dgm:prSet presAssocID="{619202AF-6348-4206-A019-146679725984}" presName="spaceRect" presStyleCnt="0"/>
      <dgm:spPr/>
    </dgm:pt>
    <dgm:pt modelId="{F6F3A882-1F93-468D-812C-9CAC2C2073C2}" type="pres">
      <dgm:prSet presAssocID="{619202AF-6348-4206-A019-14667972598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E1051F-9DA0-48B8-9874-D1410893A0D8}" type="presOf" srcId="{62822A2B-3835-4B07-8684-80E4F9822463}" destId="{13A846E6-BA74-4D92-948A-C63269EF06EA}" srcOrd="0" destOrd="0" presId="urn:microsoft.com/office/officeart/2018/2/layout/IconCircleList"/>
    <dgm:cxn modelId="{C9CAAC20-37E1-457A-8382-71C93B058B09}" type="presOf" srcId="{79EE058D-E6B9-43C6-A4E1-D956204278E0}" destId="{1B237E47-665A-4C9F-9919-A52F0B930641}" srcOrd="0" destOrd="0" presId="urn:microsoft.com/office/officeart/2018/2/layout/IconCircleList"/>
    <dgm:cxn modelId="{8DBE715E-CD00-444A-A37A-567F336F3E1F}" type="presOf" srcId="{619202AF-6348-4206-A019-146679725984}" destId="{F6F3A882-1F93-468D-812C-9CAC2C2073C2}" srcOrd="0" destOrd="0" presId="urn:microsoft.com/office/officeart/2018/2/layout/IconCircleList"/>
    <dgm:cxn modelId="{C44AD368-686E-419C-9E6E-1DD29674DC20}" srcId="{0E0A2E48-5F4A-443B-830B-7349B0898024}" destId="{79EE058D-E6B9-43C6-A4E1-D956204278E0}" srcOrd="0" destOrd="0" parTransId="{A7C76746-D1BF-4A3B-9133-76B4BAC9D8D4}" sibTransId="{62822A2B-3835-4B07-8684-80E4F9822463}"/>
    <dgm:cxn modelId="{C41AE148-4F03-4B27-9797-059E1545455B}" type="presOf" srcId="{3C178F15-5CB0-48D3-8680-9C5DD8F1EE4F}" destId="{24FC06FF-4769-4312-AA59-5CD4F264C033}" srcOrd="0" destOrd="0" presId="urn:microsoft.com/office/officeart/2018/2/layout/IconCircleList"/>
    <dgm:cxn modelId="{18BBE381-EFBD-4AFE-9A32-7453FDB703BB}" type="presOf" srcId="{82BF2487-E607-497D-9A89-2AD52168DD0F}" destId="{439D5F0E-12D7-4156-982E-10348EFEEA0E}" srcOrd="0" destOrd="0" presId="urn:microsoft.com/office/officeart/2018/2/layout/IconCircleList"/>
    <dgm:cxn modelId="{BE598487-851E-4597-A93C-FFC3FE983BED}" srcId="{0E0A2E48-5F4A-443B-830B-7349B0898024}" destId="{3C178F15-5CB0-48D3-8680-9C5DD8F1EE4F}" srcOrd="1" destOrd="0" parTransId="{DC5731FC-167A-440A-B4CD-6BEF2F737189}" sibTransId="{82BF2487-E607-497D-9A89-2AD52168DD0F}"/>
    <dgm:cxn modelId="{A763BCC7-9F24-4B4E-9489-528ADB0D790F}" type="presOf" srcId="{0E0A2E48-5F4A-443B-830B-7349B0898024}" destId="{50997384-7A28-4093-B827-8A9EB54AFF35}" srcOrd="0" destOrd="0" presId="urn:microsoft.com/office/officeart/2018/2/layout/IconCircleList"/>
    <dgm:cxn modelId="{7C03B8D5-EB09-4B9F-A567-DDCF922D3DA7}" srcId="{0E0A2E48-5F4A-443B-830B-7349B0898024}" destId="{619202AF-6348-4206-A019-146679725984}" srcOrd="2" destOrd="0" parTransId="{5F24653A-C249-4181-9037-66E64AB7F9CA}" sibTransId="{360E5444-41A7-416B-B5F5-DA2D8566C1A2}"/>
    <dgm:cxn modelId="{3CCF1CB8-1AB2-472B-8D24-01EE91847686}" type="presParOf" srcId="{50997384-7A28-4093-B827-8A9EB54AFF35}" destId="{538867FE-AD90-490C-A566-5327656DB925}" srcOrd="0" destOrd="0" presId="urn:microsoft.com/office/officeart/2018/2/layout/IconCircleList"/>
    <dgm:cxn modelId="{EDE966D9-2F9A-4A16-9BE6-349896E5E679}" type="presParOf" srcId="{538867FE-AD90-490C-A566-5327656DB925}" destId="{1EBF1CE2-7EE7-4F03-83C9-3D22A920848F}" srcOrd="0" destOrd="0" presId="urn:microsoft.com/office/officeart/2018/2/layout/IconCircleList"/>
    <dgm:cxn modelId="{0E256432-C93A-4E06-B113-17008F1A6366}" type="presParOf" srcId="{1EBF1CE2-7EE7-4F03-83C9-3D22A920848F}" destId="{D90B8541-051D-4064-B874-A3E216315336}" srcOrd="0" destOrd="0" presId="urn:microsoft.com/office/officeart/2018/2/layout/IconCircleList"/>
    <dgm:cxn modelId="{03F4D46D-1BCA-44EE-8E4E-3DA332ADFEB3}" type="presParOf" srcId="{1EBF1CE2-7EE7-4F03-83C9-3D22A920848F}" destId="{C6FE597B-F5AE-4C85-BC9D-4C27BC6F2E7F}" srcOrd="1" destOrd="0" presId="urn:microsoft.com/office/officeart/2018/2/layout/IconCircleList"/>
    <dgm:cxn modelId="{14DBB773-AE13-4738-BB39-1A36B15753FD}" type="presParOf" srcId="{1EBF1CE2-7EE7-4F03-83C9-3D22A920848F}" destId="{C59BD986-9551-4108-840B-609B98E4F86F}" srcOrd="2" destOrd="0" presId="urn:microsoft.com/office/officeart/2018/2/layout/IconCircleList"/>
    <dgm:cxn modelId="{30A00003-893D-4FDC-A911-A7772FCCE977}" type="presParOf" srcId="{1EBF1CE2-7EE7-4F03-83C9-3D22A920848F}" destId="{1B237E47-665A-4C9F-9919-A52F0B930641}" srcOrd="3" destOrd="0" presId="urn:microsoft.com/office/officeart/2018/2/layout/IconCircleList"/>
    <dgm:cxn modelId="{8AD9E9F1-D095-4646-86F2-9F232791D19A}" type="presParOf" srcId="{538867FE-AD90-490C-A566-5327656DB925}" destId="{13A846E6-BA74-4D92-948A-C63269EF06EA}" srcOrd="1" destOrd="0" presId="urn:microsoft.com/office/officeart/2018/2/layout/IconCircleList"/>
    <dgm:cxn modelId="{B74B037F-5A56-4F48-A6E3-9BC75F10206E}" type="presParOf" srcId="{538867FE-AD90-490C-A566-5327656DB925}" destId="{7580DCD2-58A5-460E-8541-CF34FD4DB73C}" srcOrd="2" destOrd="0" presId="urn:microsoft.com/office/officeart/2018/2/layout/IconCircleList"/>
    <dgm:cxn modelId="{FE6D38E1-5143-4FFA-B1F9-9B3C61D93B08}" type="presParOf" srcId="{7580DCD2-58A5-460E-8541-CF34FD4DB73C}" destId="{0A8269F8-1766-4AC4-AF23-8FCB33854121}" srcOrd="0" destOrd="0" presId="urn:microsoft.com/office/officeart/2018/2/layout/IconCircleList"/>
    <dgm:cxn modelId="{5CDF2A46-3B99-41CD-B7E8-80E4DCD370CF}" type="presParOf" srcId="{7580DCD2-58A5-460E-8541-CF34FD4DB73C}" destId="{4504B2C5-F367-4AFE-87A6-257D958673A5}" srcOrd="1" destOrd="0" presId="urn:microsoft.com/office/officeart/2018/2/layout/IconCircleList"/>
    <dgm:cxn modelId="{AC7D41D7-0A94-4A62-B50D-498F902AB615}" type="presParOf" srcId="{7580DCD2-58A5-460E-8541-CF34FD4DB73C}" destId="{2CFD2402-B97C-4D62-A287-1E9A4D17EE8C}" srcOrd="2" destOrd="0" presId="urn:microsoft.com/office/officeart/2018/2/layout/IconCircleList"/>
    <dgm:cxn modelId="{F00DF713-B70D-45B6-B0A7-44BF888C654E}" type="presParOf" srcId="{7580DCD2-58A5-460E-8541-CF34FD4DB73C}" destId="{24FC06FF-4769-4312-AA59-5CD4F264C033}" srcOrd="3" destOrd="0" presId="urn:microsoft.com/office/officeart/2018/2/layout/IconCircleList"/>
    <dgm:cxn modelId="{D8B9712B-719E-4EDF-8651-316AF63211E1}" type="presParOf" srcId="{538867FE-AD90-490C-A566-5327656DB925}" destId="{439D5F0E-12D7-4156-982E-10348EFEEA0E}" srcOrd="3" destOrd="0" presId="urn:microsoft.com/office/officeart/2018/2/layout/IconCircleList"/>
    <dgm:cxn modelId="{41F9C13E-F886-4CE7-80AA-A3123A6DFCBE}" type="presParOf" srcId="{538867FE-AD90-490C-A566-5327656DB925}" destId="{952D1FE9-C089-47F4-AE79-C510561A4617}" srcOrd="4" destOrd="0" presId="urn:microsoft.com/office/officeart/2018/2/layout/IconCircleList"/>
    <dgm:cxn modelId="{35566A73-B06B-4A2B-9270-483E9C34EDE4}" type="presParOf" srcId="{952D1FE9-C089-47F4-AE79-C510561A4617}" destId="{6684A19C-8611-4076-AE3D-4C00AA2BD9AA}" srcOrd="0" destOrd="0" presId="urn:microsoft.com/office/officeart/2018/2/layout/IconCircleList"/>
    <dgm:cxn modelId="{90BBA7DD-A1E4-4326-8916-3AAAB79E3E9A}" type="presParOf" srcId="{952D1FE9-C089-47F4-AE79-C510561A4617}" destId="{9AA4ACBE-C715-4E85-B400-A46A927AACF2}" srcOrd="1" destOrd="0" presId="urn:microsoft.com/office/officeart/2018/2/layout/IconCircleList"/>
    <dgm:cxn modelId="{4075AB1C-07E7-4EF2-A81D-EA16F3557BC3}" type="presParOf" srcId="{952D1FE9-C089-47F4-AE79-C510561A4617}" destId="{EF21126F-684C-4510-8CBE-C7DFD6AA88F6}" srcOrd="2" destOrd="0" presId="urn:microsoft.com/office/officeart/2018/2/layout/IconCircleList"/>
    <dgm:cxn modelId="{8F076C0C-15B4-4125-B799-2B353AAD69D0}" type="presParOf" srcId="{952D1FE9-C089-47F4-AE79-C510561A4617}" destId="{F6F3A882-1F93-468D-812C-9CAC2C2073C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C8EABB-081B-4BB3-8C36-27A716467DD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D24490C-0424-4B0A-978E-751F09B6A9D8}">
      <dgm:prSet/>
      <dgm:spPr/>
      <dgm:t>
        <a:bodyPr/>
        <a:lstStyle/>
        <a:p>
          <a:r>
            <a:rPr lang="tr-TR"/>
            <a:t>Tabloda kullanılan temel sütunlar:</a:t>
          </a:r>
          <a:endParaRPr lang="en-US"/>
        </a:p>
      </dgm:t>
    </dgm:pt>
    <dgm:pt modelId="{41EFAACD-9D9A-44EE-B6F0-DD8468CDD30D}" type="parTrans" cxnId="{E747E972-279F-48BA-88E9-22686AD55258}">
      <dgm:prSet/>
      <dgm:spPr/>
      <dgm:t>
        <a:bodyPr/>
        <a:lstStyle/>
        <a:p>
          <a:endParaRPr lang="en-US"/>
        </a:p>
      </dgm:t>
    </dgm:pt>
    <dgm:pt modelId="{52EF994F-232B-44F3-9DEE-785F4674C486}" type="sibTrans" cxnId="{E747E972-279F-48BA-88E9-22686AD55258}">
      <dgm:prSet/>
      <dgm:spPr/>
      <dgm:t>
        <a:bodyPr/>
        <a:lstStyle/>
        <a:p>
          <a:endParaRPr lang="en-US"/>
        </a:p>
      </dgm:t>
    </dgm:pt>
    <dgm:pt modelId="{29DE6D54-6601-43CE-B3D7-932D19CA6692}">
      <dgm:prSet/>
      <dgm:spPr/>
      <dgm:t>
        <a:bodyPr/>
        <a:lstStyle/>
        <a:p>
          <a:r>
            <a:rPr lang="tr-TR" b="1"/>
            <a:t>Interarrival Time:</a:t>
          </a:r>
          <a:r>
            <a:rPr lang="tr-TR"/>
            <a:t> Müşteriler arası geliş süresi</a:t>
          </a:r>
          <a:endParaRPr lang="en-US"/>
        </a:p>
      </dgm:t>
    </dgm:pt>
    <dgm:pt modelId="{D1E44A85-B15B-4DC9-8C4D-AC9A2E13D614}" type="parTrans" cxnId="{1627C9D1-198C-4E43-A892-20DC4447DFA2}">
      <dgm:prSet/>
      <dgm:spPr/>
      <dgm:t>
        <a:bodyPr/>
        <a:lstStyle/>
        <a:p>
          <a:endParaRPr lang="en-US"/>
        </a:p>
      </dgm:t>
    </dgm:pt>
    <dgm:pt modelId="{0B82C178-B6CC-4E46-AF96-E16FF8BF0606}" type="sibTrans" cxnId="{1627C9D1-198C-4E43-A892-20DC4447DFA2}">
      <dgm:prSet/>
      <dgm:spPr/>
      <dgm:t>
        <a:bodyPr/>
        <a:lstStyle/>
        <a:p>
          <a:endParaRPr lang="en-US"/>
        </a:p>
      </dgm:t>
    </dgm:pt>
    <dgm:pt modelId="{F11C16C1-39B8-4549-BCC3-AF057A43FF9C}">
      <dgm:prSet/>
      <dgm:spPr/>
      <dgm:t>
        <a:bodyPr/>
        <a:lstStyle/>
        <a:p>
          <a:r>
            <a:rPr lang="tr-TR" b="1" dirty="0" err="1"/>
            <a:t>Arrival</a:t>
          </a:r>
          <a:r>
            <a:rPr lang="tr-TR" b="1" dirty="0"/>
            <a:t> Time:</a:t>
          </a:r>
          <a:r>
            <a:rPr lang="tr-TR" dirty="0"/>
            <a:t> Müşterinin sisteme geliş zamanı</a:t>
          </a:r>
          <a:endParaRPr lang="en-US" dirty="0"/>
        </a:p>
      </dgm:t>
    </dgm:pt>
    <dgm:pt modelId="{813752D1-81CA-4CDD-B2C1-925CCDCC9FB1}" type="parTrans" cxnId="{45E940D0-9ABB-4043-A42B-B383DC1B866F}">
      <dgm:prSet/>
      <dgm:spPr/>
      <dgm:t>
        <a:bodyPr/>
        <a:lstStyle/>
        <a:p>
          <a:endParaRPr lang="en-US"/>
        </a:p>
      </dgm:t>
    </dgm:pt>
    <dgm:pt modelId="{83F04DEA-0E64-4741-BCA3-B94307F2226E}" type="sibTrans" cxnId="{45E940D0-9ABB-4043-A42B-B383DC1B866F}">
      <dgm:prSet/>
      <dgm:spPr/>
      <dgm:t>
        <a:bodyPr/>
        <a:lstStyle/>
        <a:p>
          <a:endParaRPr lang="en-US"/>
        </a:p>
      </dgm:t>
    </dgm:pt>
    <dgm:pt modelId="{AFC835A9-29D4-4C75-9890-60C4DF63002E}">
      <dgm:prSet/>
      <dgm:spPr/>
      <dgm:t>
        <a:bodyPr/>
        <a:lstStyle/>
        <a:p>
          <a:r>
            <a:rPr lang="tr-TR" b="1" dirty="0"/>
            <a:t>Service Time:</a:t>
          </a:r>
          <a:r>
            <a:rPr lang="tr-TR" dirty="0"/>
            <a:t> Kasada hizmet alma süresi</a:t>
          </a:r>
          <a:endParaRPr lang="en-US" dirty="0"/>
        </a:p>
      </dgm:t>
    </dgm:pt>
    <dgm:pt modelId="{6784B35F-110A-4E0A-8CF6-870DBE4BD745}" type="parTrans" cxnId="{C9E7D658-2BBE-406D-8D6F-640854B09C6B}">
      <dgm:prSet/>
      <dgm:spPr/>
      <dgm:t>
        <a:bodyPr/>
        <a:lstStyle/>
        <a:p>
          <a:endParaRPr lang="en-US"/>
        </a:p>
      </dgm:t>
    </dgm:pt>
    <dgm:pt modelId="{DA23ADDA-3476-4A83-BBF0-09FEE655E8AC}" type="sibTrans" cxnId="{C9E7D658-2BBE-406D-8D6F-640854B09C6B}">
      <dgm:prSet/>
      <dgm:spPr/>
      <dgm:t>
        <a:bodyPr/>
        <a:lstStyle/>
        <a:p>
          <a:endParaRPr lang="en-US"/>
        </a:p>
      </dgm:t>
    </dgm:pt>
    <dgm:pt modelId="{1924A155-F265-47A6-AB0C-EBB90914B8C1}">
      <dgm:prSet/>
      <dgm:spPr/>
      <dgm:t>
        <a:bodyPr/>
        <a:lstStyle/>
        <a:p>
          <a:r>
            <a:rPr lang="tr-TR" b="1"/>
            <a:t>Service Start Time:</a:t>
          </a:r>
          <a:r>
            <a:rPr lang="tr-TR"/>
            <a:t> Servisin başladığı zaman</a:t>
          </a:r>
          <a:endParaRPr lang="en-US"/>
        </a:p>
      </dgm:t>
    </dgm:pt>
    <dgm:pt modelId="{49A3D753-6EDA-4E2D-B67A-24085AC0B8EC}" type="parTrans" cxnId="{EADB800C-362C-40A1-8AE9-E8C0A8ED83B4}">
      <dgm:prSet/>
      <dgm:spPr/>
      <dgm:t>
        <a:bodyPr/>
        <a:lstStyle/>
        <a:p>
          <a:endParaRPr lang="en-US"/>
        </a:p>
      </dgm:t>
    </dgm:pt>
    <dgm:pt modelId="{C25BD3C8-70F6-4758-A798-6829BC4D7DD5}" type="sibTrans" cxnId="{EADB800C-362C-40A1-8AE9-E8C0A8ED83B4}">
      <dgm:prSet/>
      <dgm:spPr/>
      <dgm:t>
        <a:bodyPr/>
        <a:lstStyle/>
        <a:p>
          <a:endParaRPr lang="en-US"/>
        </a:p>
      </dgm:t>
    </dgm:pt>
    <dgm:pt modelId="{EA2FCE79-3210-4628-B834-EC8A19C87F4D}">
      <dgm:prSet/>
      <dgm:spPr/>
      <dgm:t>
        <a:bodyPr/>
        <a:lstStyle/>
        <a:p>
          <a:r>
            <a:rPr lang="tr-TR" b="1"/>
            <a:t>Service End Time:</a:t>
          </a:r>
          <a:r>
            <a:rPr lang="tr-TR"/>
            <a:t> Servisin tamamlandığı zaman</a:t>
          </a:r>
          <a:endParaRPr lang="en-US"/>
        </a:p>
      </dgm:t>
    </dgm:pt>
    <dgm:pt modelId="{D238A0B3-61AD-42BD-A292-1EF3F458DD32}" type="parTrans" cxnId="{DFCAD28B-1518-4439-B614-A06FC422B580}">
      <dgm:prSet/>
      <dgm:spPr/>
      <dgm:t>
        <a:bodyPr/>
        <a:lstStyle/>
        <a:p>
          <a:endParaRPr lang="en-US"/>
        </a:p>
      </dgm:t>
    </dgm:pt>
    <dgm:pt modelId="{EBED9ECB-F9DE-416A-BD71-CD6CB322AB96}" type="sibTrans" cxnId="{DFCAD28B-1518-4439-B614-A06FC422B580}">
      <dgm:prSet/>
      <dgm:spPr/>
      <dgm:t>
        <a:bodyPr/>
        <a:lstStyle/>
        <a:p>
          <a:endParaRPr lang="en-US"/>
        </a:p>
      </dgm:t>
    </dgm:pt>
    <dgm:pt modelId="{130EF77F-ACD2-4C4D-86F6-DE986EFF0C2D}">
      <dgm:prSet/>
      <dgm:spPr/>
      <dgm:t>
        <a:bodyPr/>
        <a:lstStyle/>
        <a:p>
          <a:r>
            <a:rPr lang="tr-TR" b="1"/>
            <a:t>Waiting Time:</a:t>
          </a:r>
          <a:r>
            <a:rPr lang="tr-TR"/>
            <a:t> Kuyrukta bekleme süresi</a:t>
          </a:r>
          <a:endParaRPr lang="en-US"/>
        </a:p>
      </dgm:t>
    </dgm:pt>
    <dgm:pt modelId="{A874BCD6-FA74-4E3F-AEFA-ED8987A386A1}" type="parTrans" cxnId="{4547CA1E-BE38-4B97-A3EF-A68C8CA70C15}">
      <dgm:prSet/>
      <dgm:spPr/>
      <dgm:t>
        <a:bodyPr/>
        <a:lstStyle/>
        <a:p>
          <a:endParaRPr lang="en-US"/>
        </a:p>
      </dgm:t>
    </dgm:pt>
    <dgm:pt modelId="{CC0459A2-80BC-4ACE-A556-9C3E0164544A}" type="sibTrans" cxnId="{4547CA1E-BE38-4B97-A3EF-A68C8CA70C15}">
      <dgm:prSet/>
      <dgm:spPr/>
      <dgm:t>
        <a:bodyPr/>
        <a:lstStyle/>
        <a:p>
          <a:endParaRPr lang="en-US"/>
        </a:p>
      </dgm:t>
    </dgm:pt>
    <dgm:pt modelId="{86F9ED36-A690-4F17-9A02-134E06EE4A68}">
      <dgm:prSet/>
      <dgm:spPr/>
      <dgm:t>
        <a:bodyPr/>
        <a:lstStyle/>
        <a:p>
          <a:r>
            <a:rPr lang="tr-TR" b="1"/>
            <a:t>System Time:</a:t>
          </a:r>
          <a:r>
            <a:rPr lang="tr-TR"/>
            <a:t> Müşterinin sistemde kaldığı toplam süre</a:t>
          </a:r>
          <a:endParaRPr lang="en-US"/>
        </a:p>
      </dgm:t>
    </dgm:pt>
    <dgm:pt modelId="{0AAB4F0C-C97D-4A81-A571-0C1746A39C6B}" type="parTrans" cxnId="{43AB0144-37CC-4A16-BB37-17C8A9B849EF}">
      <dgm:prSet/>
      <dgm:spPr/>
      <dgm:t>
        <a:bodyPr/>
        <a:lstStyle/>
        <a:p>
          <a:endParaRPr lang="en-US"/>
        </a:p>
      </dgm:t>
    </dgm:pt>
    <dgm:pt modelId="{8FCEC2C0-5354-4CEC-80BD-714406DC96FB}" type="sibTrans" cxnId="{43AB0144-37CC-4A16-BB37-17C8A9B849EF}">
      <dgm:prSet/>
      <dgm:spPr/>
      <dgm:t>
        <a:bodyPr/>
        <a:lstStyle/>
        <a:p>
          <a:endParaRPr lang="en-US"/>
        </a:p>
      </dgm:t>
    </dgm:pt>
    <dgm:pt modelId="{225D32AC-1EDF-4575-BB21-DA856F35A68A}" type="pres">
      <dgm:prSet presAssocID="{89C8EABB-081B-4BB3-8C36-27A716467DD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DE3737B-3E31-4534-B791-815FEA6FB16C}" type="pres">
      <dgm:prSet presAssocID="{7D24490C-0424-4B0A-978E-751F09B6A9D8}" presName="hierRoot1" presStyleCnt="0"/>
      <dgm:spPr/>
    </dgm:pt>
    <dgm:pt modelId="{B7A3A470-D84D-497E-B516-5CF7A9767AE2}" type="pres">
      <dgm:prSet presAssocID="{7D24490C-0424-4B0A-978E-751F09B6A9D8}" presName="composite" presStyleCnt="0"/>
      <dgm:spPr/>
    </dgm:pt>
    <dgm:pt modelId="{51318D43-C898-4684-894A-98A7AF66BD9B}" type="pres">
      <dgm:prSet presAssocID="{7D24490C-0424-4B0A-978E-751F09B6A9D8}" presName="background" presStyleLbl="node0" presStyleIdx="0" presStyleCnt="8"/>
      <dgm:spPr/>
    </dgm:pt>
    <dgm:pt modelId="{4B4E46D6-F034-4B90-9116-0B212392B340}" type="pres">
      <dgm:prSet presAssocID="{7D24490C-0424-4B0A-978E-751F09B6A9D8}" presName="text" presStyleLbl="fgAcc0" presStyleIdx="0" presStyleCnt="8">
        <dgm:presLayoutVars>
          <dgm:chPref val="3"/>
        </dgm:presLayoutVars>
      </dgm:prSet>
      <dgm:spPr/>
    </dgm:pt>
    <dgm:pt modelId="{59201051-F91A-4623-A193-63C219E95880}" type="pres">
      <dgm:prSet presAssocID="{7D24490C-0424-4B0A-978E-751F09B6A9D8}" presName="hierChild2" presStyleCnt="0"/>
      <dgm:spPr/>
    </dgm:pt>
    <dgm:pt modelId="{38760E02-052B-44B6-9F7D-0B6CD369E69D}" type="pres">
      <dgm:prSet presAssocID="{29DE6D54-6601-43CE-B3D7-932D19CA6692}" presName="hierRoot1" presStyleCnt="0"/>
      <dgm:spPr/>
    </dgm:pt>
    <dgm:pt modelId="{C56870C2-81CA-4432-8A77-C34C85A3CFE9}" type="pres">
      <dgm:prSet presAssocID="{29DE6D54-6601-43CE-B3D7-932D19CA6692}" presName="composite" presStyleCnt="0"/>
      <dgm:spPr/>
    </dgm:pt>
    <dgm:pt modelId="{289EE401-D261-4B53-8945-E2DC795217F2}" type="pres">
      <dgm:prSet presAssocID="{29DE6D54-6601-43CE-B3D7-932D19CA6692}" presName="background" presStyleLbl="node0" presStyleIdx="1" presStyleCnt="8"/>
      <dgm:spPr/>
    </dgm:pt>
    <dgm:pt modelId="{C22DF89E-A781-42F1-B680-2A5F66F6AB66}" type="pres">
      <dgm:prSet presAssocID="{29DE6D54-6601-43CE-B3D7-932D19CA6692}" presName="text" presStyleLbl="fgAcc0" presStyleIdx="1" presStyleCnt="8">
        <dgm:presLayoutVars>
          <dgm:chPref val="3"/>
        </dgm:presLayoutVars>
      </dgm:prSet>
      <dgm:spPr/>
    </dgm:pt>
    <dgm:pt modelId="{9B500200-9306-4393-95D7-0C1E3D4DE0D2}" type="pres">
      <dgm:prSet presAssocID="{29DE6D54-6601-43CE-B3D7-932D19CA6692}" presName="hierChild2" presStyleCnt="0"/>
      <dgm:spPr/>
    </dgm:pt>
    <dgm:pt modelId="{00BD56C4-6D5E-4717-9AE3-B56AC2E98BDC}" type="pres">
      <dgm:prSet presAssocID="{F11C16C1-39B8-4549-BCC3-AF057A43FF9C}" presName="hierRoot1" presStyleCnt="0"/>
      <dgm:spPr/>
    </dgm:pt>
    <dgm:pt modelId="{98F6F592-9035-42EA-A1AD-5E2FCA2648C5}" type="pres">
      <dgm:prSet presAssocID="{F11C16C1-39B8-4549-BCC3-AF057A43FF9C}" presName="composite" presStyleCnt="0"/>
      <dgm:spPr/>
    </dgm:pt>
    <dgm:pt modelId="{2377E35D-4EAC-455C-9769-458DDFAB3FFC}" type="pres">
      <dgm:prSet presAssocID="{F11C16C1-39B8-4549-BCC3-AF057A43FF9C}" presName="background" presStyleLbl="node0" presStyleIdx="2" presStyleCnt="8"/>
      <dgm:spPr/>
    </dgm:pt>
    <dgm:pt modelId="{E9C36E7E-6696-46D3-BC56-60A1B2D262C2}" type="pres">
      <dgm:prSet presAssocID="{F11C16C1-39B8-4549-BCC3-AF057A43FF9C}" presName="text" presStyleLbl="fgAcc0" presStyleIdx="2" presStyleCnt="8">
        <dgm:presLayoutVars>
          <dgm:chPref val="3"/>
        </dgm:presLayoutVars>
      </dgm:prSet>
      <dgm:spPr/>
    </dgm:pt>
    <dgm:pt modelId="{54E1A629-8FB3-4946-A840-599171F91D89}" type="pres">
      <dgm:prSet presAssocID="{F11C16C1-39B8-4549-BCC3-AF057A43FF9C}" presName="hierChild2" presStyleCnt="0"/>
      <dgm:spPr/>
    </dgm:pt>
    <dgm:pt modelId="{ADED775B-D9B5-4C3E-939D-62A6C5EBDD96}" type="pres">
      <dgm:prSet presAssocID="{AFC835A9-29D4-4C75-9890-60C4DF63002E}" presName="hierRoot1" presStyleCnt="0"/>
      <dgm:spPr/>
    </dgm:pt>
    <dgm:pt modelId="{BDA4EA6E-E489-4DEC-B278-6A340414D70C}" type="pres">
      <dgm:prSet presAssocID="{AFC835A9-29D4-4C75-9890-60C4DF63002E}" presName="composite" presStyleCnt="0"/>
      <dgm:spPr/>
    </dgm:pt>
    <dgm:pt modelId="{516E2E3F-21C5-4B52-A2E9-A6272AEC54AC}" type="pres">
      <dgm:prSet presAssocID="{AFC835A9-29D4-4C75-9890-60C4DF63002E}" presName="background" presStyleLbl="node0" presStyleIdx="3" presStyleCnt="8"/>
      <dgm:spPr/>
    </dgm:pt>
    <dgm:pt modelId="{EABA79FE-0182-4B68-8979-41EB99DEF852}" type="pres">
      <dgm:prSet presAssocID="{AFC835A9-29D4-4C75-9890-60C4DF63002E}" presName="text" presStyleLbl="fgAcc0" presStyleIdx="3" presStyleCnt="8">
        <dgm:presLayoutVars>
          <dgm:chPref val="3"/>
        </dgm:presLayoutVars>
      </dgm:prSet>
      <dgm:spPr/>
    </dgm:pt>
    <dgm:pt modelId="{D590C4E9-D9BA-43B0-B8CF-3F0762315330}" type="pres">
      <dgm:prSet presAssocID="{AFC835A9-29D4-4C75-9890-60C4DF63002E}" presName="hierChild2" presStyleCnt="0"/>
      <dgm:spPr/>
    </dgm:pt>
    <dgm:pt modelId="{C5F94262-6AD1-4162-BF16-E7CEBFF37E41}" type="pres">
      <dgm:prSet presAssocID="{1924A155-F265-47A6-AB0C-EBB90914B8C1}" presName="hierRoot1" presStyleCnt="0"/>
      <dgm:spPr/>
    </dgm:pt>
    <dgm:pt modelId="{3BEFF771-AC59-4025-B4E2-BE0B0467A473}" type="pres">
      <dgm:prSet presAssocID="{1924A155-F265-47A6-AB0C-EBB90914B8C1}" presName="composite" presStyleCnt="0"/>
      <dgm:spPr/>
    </dgm:pt>
    <dgm:pt modelId="{2379AD32-D961-4BA6-870A-08DA8369C3CA}" type="pres">
      <dgm:prSet presAssocID="{1924A155-F265-47A6-AB0C-EBB90914B8C1}" presName="background" presStyleLbl="node0" presStyleIdx="4" presStyleCnt="8"/>
      <dgm:spPr/>
    </dgm:pt>
    <dgm:pt modelId="{7F7F7179-0E1E-4106-A3BD-94A3F26EEA5D}" type="pres">
      <dgm:prSet presAssocID="{1924A155-F265-47A6-AB0C-EBB90914B8C1}" presName="text" presStyleLbl="fgAcc0" presStyleIdx="4" presStyleCnt="8">
        <dgm:presLayoutVars>
          <dgm:chPref val="3"/>
        </dgm:presLayoutVars>
      </dgm:prSet>
      <dgm:spPr/>
    </dgm:pt>
    <dgm:pt modelId="{EDABAD4A-7EFD-4C0F-8479-36D26FFC6E05}" type="pres">
      <dgm:prSet presAssocID="{1924A155-F265-47A6-AB0C-EBB90914B8C1}" presName="hierChild2" presStyleCnt="0"/>
      <dgm:spPr/>
    </dgm:pt>
    <dgm:pt modelId="{8122D01A-88F1-4ADE-952C-7DFC2DFC6D04}" type="pres">
      <dgm:prSet presAssocID="{EA2FCE79-3210-4628-B834-EC8A19C87F4D}" presName="hierRoot1" presStyleCnt="0"/>
      <dgm:spPr/>
    </dgm:pt>
    <dgm:pt modelId="{6EC13847-D84E-49BB-92AF-FA2040DBD5E3}" type="pres">
      <dgm:prSet presAssocID="{EA2FCE79-3210-4628-B834-EC8A19C87F4D}" presName="composite" presStyleCnt="0"/>
      <dgm:spPr/>
    </dgm:pt>
    <dgm:pt modelId="{A86A8553-CA10-4F9D-8771-78D955F39654}" type="pres">
      <dgm:prSet presAssocID="{EA2FCE79-3210-4628-B834-EC8A19C87F4D}" presName="background" presStyleLbl="node0" presStyleIdx="5" presStyleCnt="8"/>
      <dgm:spPr/>
    </dgm:pt>
    <dgm:pt modelId="{40EBE7BF-E9AC-4036-A457-A0818F1AE61C}" type="pres">
      <dgm:prSet presAssocID="{EA2FCE79-3210-4628-B834-EC8A19C87F4D}" presName="text" presStyleLbl="fgAcc0" presStyleIdx="5" presStyleCnt="8">
        <dgm:presLayoutVars>
          <dgm:chPref val="3"/>
        </dgm:presLayoutVars>
      </dgm:prSet>
      <dgm:spPr/>
    </dgm:pt>
    <dgm:pt modelId="{B749A3A9-C10B-4FB8-8D5D-05A97E59A822}" type="pres">
      <dgm:prSet presAssocID="{EA2FCE79-3210-4628-B834-EC8A19C87F4D}" presName="hierChild2" presStyleCnt="0"/>
      <dgm:spPr/>
    </dgm:pt>
    <dgm:pt modelId="{67C93A8F-DCC0-4060-BE60-69C2181160B2}" type="pres">
      <dgm:prSet presAssocID="{130EF77F-ACD2-4C4D-86F6-DE986EFF0C2D}" presName="hierRoot1" presStyleCnt="0"/>
      <dgm:spPr/>
    </dgm:pt>
    <dgm:pt modelId="{F0923D8F-591F-4D8E-998A-5D02B03063AF}" type="pres">
      <dgm:prSet presAssocID="{130EF77F-ACD2-4C4D-86F6-DE986EFF0C2D}" presName="composite" presStyleCnt="0"/>
      <dgm:spPr/>
    </dgm:pt>
    <dgm:pt modelId="{31AF7C27-C0E2-4C35-9060-077697806D62}" type="pres">
      <dgm:prSet presAssocID="{130EF77F-ACD2-4C4D-86F6-DE986EFF0C2D}" presName="background" presStyleLbl="node0" presStyleIdx="6" presStyleCnt="8"/>
      <dgm:spPr/>
    </dgm:pt>
    <dgm:pt modelId="{E3A42789-CB9E-4866-9B52-5DB5EF036B8F}" type="pres">
      <dgm:prSet presAssocID="{130EF77F-ACD2-4C4D-86F6-DE986EFF0C2D}" presName="text" presStyleLbl="fgAcc0" presStyleIdx="6" presStyleCnt="8">
        <dgm:presLayoutVars>
          <dgm:chPref val="3"/>
        </dgm:presLayoutVars>
      </dgm:prSet>
      <dgm:spPr/>
    </dgm:pt>
    <dgm:pt modelId="{AAED0E81-34E2-405E-A227-CB91AA63096E}" type="pres">
      <dgm:prSet presAssocID="{130EF77F-ACD2-4C4D-86F6-DE986EFF0C2D}" presName="hierChild2" presStyleCnt="0"/>
      <dgm:spPr/>
    </dgm:pt>
    <dgm:pt modelId="{7F0EB3F6-43BE-495B-9219-F808C0DA3756}" type="pres">
      <dgm:prSet presAssocID="{86F9ED36-A690-4F17-9A02-134E06EE4A68}" presName="hierRoot1" presStyleCnt="0"/>
      <dgm:spPr/>
    </dgm:pt>
    <dgm:pt modelId="{A361B545-7356-481E-9C08-4301B9671F7B}" type="pres">
      <dgm:prSet presAssocID="{86F9ED36-A690-4F17-9A02-134E06EE4A68}" presName="composite" presStyleCnt="0"/>
      <dgm:spPr/>
    </dgm:pt>
    <dgm:pt modelId="{7457A8B4-E431-487A-9D43-1DA96516268C}" type="pres">
      <dgm:prSet presAssocID="{86F9ED36-A690-4F17-9A02-134E06EE4A68}" presName="background" presStyleLbl="node0" presStyleIdx="7" presStyleCnt="8"/>
      <dgm:spPr/>
    </dgm:pt>
    <dgm:pt modelId="{283FB8F7-168E-4F03-850A-834811ACAB69}" type="pres">
      <dgm:prSet presAssocID="{86F9ED36-A690-4F17-9A02-134E06EE4A68}" presName="text" presStyleLbl="fgAcc0" presStyleIdx="7" presStyleCnt="8">
        <dgm:presLayoutVars>
          <dgm:chPref val="3"/>
        </dgm:presLayoutVars>
      </dgm:prSet>
      <dgm:spPr/>
    </dgm:pt>
    <dgm:pt modelId="{51279F2C-F096-4402-A180-3C585541964A}" type="pres">
      <dgm:prSet presAssocID="{86F9ED36-A690-4F17-9A02-134E06EE4A68}" presName="hierChild2" presStyleCnt="0"/>
      <dgm:spPr/>
    </dgm:pt>
  </dgm:ptLst>
  <dgm:cxnLst>
    <dgm:cxn modelId="{1263F007-08F4-4948-910C-54548E7AE42B}" type="presOf" srcId="{7D24490C-0424-4B0A-978E-751F09B6A9D8}" destId="{4B4E46D6-F034-4B90-9116-0B212392B340}" srcOrd="0" destOrd="0" presId="urn:microsoft.com/office/officeart/2005/8/layout/hierarchy1"/>
    <dgm:cxn modelId="{EADB800C-362C-40A1-8AE9-E8C0A8ED83B4}" srcId="{89C8EABB-081B-4BB3-8C36-27A716467DD4}" destId="{1924A155-F265-47A6-AB0C-EBB90914B8C1}" srcOrd="4" destOrd="0" parTransId="{49A3D753-6EDA-4E2D-B67A-24085AC0B8EC}" sibTransId="{C25BD3C8-70F6-4758-A798-6829BC4D7DD5}"/>
    <dgm:cxn modelId="{D3A98410-F1FC-41D0-A26A-ACFAF3092824}" type="presOf" srcId="{1924A155-F265-47A6-AB0C-EBB90914B8C1}" destId="{7F7F7179-0E1E-4106-A3BD-94A3F26EEA5D}" srcOrd="0" destOrd="0" presId="urn:microsoft.com/office/officeart/2005/8/layout/hierarchy1"/>
    <dgm:cxn modelId="{4547CA1E-BE38-4B97-A3EF-A68C8CA70C15}" srcId="{89C8EABB-081B-4BB3-8C36-27A716467DD4}" destId="{130EF77F-ACD2-4C4D-86F6-DE986EFF0C2D}" srcOrd="6" destOrd="0" parTransId="{A874BCD6-FA74-4E3F-AEFA-ED8987A386A1}" sibTransId="{CC0459A2-80BC-4ACE-A556-9C3E0164544A}"/>
    <dgm:cxn modelId="{65091734-BB52-4745-B6C1-CC2A6AAC8FC0}" type="presOf" srcId="{AFC835A9-29D4-4C75-9890-60C4DF63002E}" destId="{EABA79FE-0182-4B68-8979-41EB99DEF852}" srcOrd="0" destOrd="0" presId="urn:microsoft.com/office/officeart/2005/8/layout/hierarchy1"/>
    <dgm:cxn modelId="{43AB0144-37CC-4A16-BB37-17C8A9B849EF}" srcId="{89C8EABB-081B-4BB3-8C36-27A716467DD4}" destId="{86F9ED36-A690-4F17-9A02-134E06EE4A68}" srcOrd="7" destOrd="0" parTransId="{0AAB4F0C-C97D-4A81-A571-0C1746A39C6B}" sibTransId="{8FCEC2C0-5354-4CEC-80BD-714406DC96FB}"/>
    <dgm:cxn modelId="{C6088B69-5CB5-4916-BE18-62EAE99530B6}" type="presOf" srcId="{130EF77F-ACD2-4C4D-86F6-DE986EFF0C2D}" destId="{E3A42789-CB9E-4866-9B52-5DB5EF036B8F}" srcOrd="0" destOrd="0" presId="urn:microsoft.com/office/officeart/2005/8/layout/hierarchy1"/>
    <dgm:cxn modelId="{E3105B4D-4931-4AD6-9BDB-C3F4DF2FE1CA}" type="presOf" srcId="{29DE6D54-6601-43CE-B3D7-932D19CA6692}" destId="{C22DF89E-A781-42F1-B680-2A5F66F6AB66}" srcOrd="0" destOrd="0" presId="urn:microsoft.com/office/officeart/2005/8/layout/hierarchy1"/>
    <dgm:cxn modelId="{BDCE6670-C599-4443-9B60-73D6694F4775}" type="presOf" srcId="{89C8EABB-081B-4BB3-8C36-27A716467DD4}" destId="{225D32AC-1EDF-4575-BB21-DA856F35A68A}" srcOrd="0" destOrd="0" presId="urn:microsoft.com/office/officeart/2005/8/layout/hierarchy1"/>
    <dgm:cxn modelId="{E747E972-279F-48BA-88E9-22686AD55258}" srcId="{89C8EABB-081B-4BB3-8C36-27A716467DD4}" destId="{7D24490C-0424-4B0A-978E-751F09B6A9D8}" srcOrd="0" destOrd="0" parTransId="{41EFAACD-9D9A-44EE-B6F0-DD8468CDD30D}" sibTransId="{52EF994F-232B-44F3-9DEE-785F4674C486}"/>
    <dgm:cxn modelId="{C9E7D658-2BBE-406D-8D6F-640854B09C6B}" srcId="{89C8EABB-081B-4BB3-8C36-27A716467DD4}" destId="{AFC835A9-29D4-4C75-9890-60C4DF63002E}" srcOrd="3" destOrd="0" parTransId="{6784B35F-110A-4E0A-8CF6-870DBE4BD745}" sibTransId="{DA23ADDA-3476-4A83-BBF0-09FEE655E8AC}"/>
    <dgm:cxn modelId="{DFCAD28B-1518-4439-B614-A06FC422B580}" srcId="{89C8EABB-081B-4BB3-8C36-27A716467DD4}" destId="{EA2FCE79-3210-4628-B834-EC8A19C87F4D}" srcOrd="5" destOrd="0" parTransId="{D238A0B3-61AD-42BD-A292-1EF3F458DD32}" sibTransId="{EBED9ECB-F9DE-416A-BD71-CD6CB322AB96}"/>
    <dgm:cxn modelId="{D185AFA6-7F23-4548-BC4F-5070BE00DC07}" type="presOf" srcId="{F11C16C1-39B8-4549-BCC3-AF057A43FF9C}" destId="{E9C36E7E-6696-46D3-BC56-60A1B2D262C2}" srcOrd="0" destOrd="0" presId="urn:microsoft.com/office/officeart/2005/8/layout/hierarchy1"/>
    <dgm:cxn modelId="{3DC583CC-B403-46F5-B1B7-A67868FFE315}" type="presOf" srcId="{86F9ED36-A690-4F17-9A02-134E06EE4A68}" destId="{283FB8F7-168E-4F03-850A-834811ACAB69}" srcOrd="0" destOrd="0" presId="urn:microsoft.com/office/officeart/2005/8/layout/hierarchy1"/>
    <dgm:cxn modelId="{44FE0DCF-F83B-48BC-AAC9-4649948ED43F}" type="presOf" srcId="{EA2FCE79-3210-4628-B834-EC8A19C87F4D}" destId="{40EBE7BF-E9AC-4036-A457-A0818F1AE61C}" srcOrd="0" destOrd="0" presId="urn:microsoft.com/office/officeart/2005/8/layout/hierarchy1"/>
    <dgm:cxn modelId="{45E940D0-9ABB-4043-A42B-B383DC1B866F}" srcId="{89C8EABB-081B-4BB3-8C36-27A716467DD4}" destId="{F11C16C1-39B8-4549-BCC3-AF057A43FF9C}" srcOrd="2" destOrd="0" parTransId="{813752D1-81CA-4CDD-B2C1-925CCDCC9FB1}" sibTransId="{83F04DEA-0E64-4741-BCA3-B94307F2226E}"/>
    <dgm:cxn modelId="{1627C9D1-198C-4E43-A892-20DC4447DFA2}" srcId="{89C8EABB-081B-4BB3-8C36-27A716467DD4}" destId="{29DE6D54-6601-43CE-B3D7-932D19CA6692}" srcOrd="1" destOrd="0" parTransId="{D1E44A85-B15B-4DC9-8C4D-AC9A2E13D614}" sibTransId="{0B82C178-B6CC-4E46-AF96-E16FF8BF0606}"/>
    <dgm:cxn modelId="{E06832A3-5144-4D99-AE49-56923A91B7E5}" type="presParOf" srcId="{225D32AC-1EDF-4575-BB21-DA856F35A68A}" destId="{0DE3737B-3E31-4534-B791-815FEA6FB16C}" srcOrd="0" destOrd="0" presId="urn:microsoft.com/office/officeart/2005/8/layout/hierarchy1"/>
    <dgm:cxn modelId="{1A101DCF-0536-4B16-95A2-A3AE746A8DD1}" type="presParOf" srcId="{0DE3737B-3E31-4534-B791-815FEA6FB16C}" destId="{B7A3A470-D84D-497E-B516-5CF7A9767AE2}" srcOrd="0" destOrd="0" presId="urn:microsoft.com/office/officeart/2005/8/layout/hierarchy1"/>
    <dgm:cxn modelId="{D71C6B9F-2AC4-442D-BB2C-DA451C6630B3}" type="presParOf" srcId="{B7A3A470-D84D-497E-B516-5CF7A9767AE2}" destId="{51318D43-C898-4684-894A-98A7AF66BD9B}" srcOrd="0" destOrd="0" presId="urn:microsoft.com/office/officeart/2005/8/layout/hierarchy1"/>
    <dgm:cxn modelId="{285667E4-34D9-4EFA-9B0B-EC2987D8A993}" type="presParOf" srcId="{B7A3A470-D84D-497E-B516-5CF7A9767AE2}" destId="{4B4E46D6-F034-4B90-9116-0B212392B340}" srcOrd="1" destOrd="0" presId="urn:microsoft.com/office/officeart/2005/8/layout/hierarchy1"/>
    <dgm:cxn modelId="{3107C21D-D841-4A08-B59F-F957E2444336}" type="presParOf" srcId="{0DE3737B-3E31-4534-B791-815FEA6FB16C}" destId="{59201051-F91A-4623-A193-63C219E95880}" srcOrd="1" destOrd="0" presId="urn:microsoft.com/office/officeart/2005/8/layout/hierarchy1"/>
    <dgm:cxn modelId="{FB831BCD-3CB9-4C6D-A716-B3899545345E}" type="presParOf" srcId="{225D32AC-1EDF-4575-BB21-DA856F35A68A}" destId="{38760E02-052B-44B6-9F7D-0B6CD369E69D}" srcOrd="1" destOrd="0" presId="urn:microsoft.com/office/officeart/2005/8/layout/hierarchy1"/>
    <dgm:cxn modelId="{2FF8CE62-D609-4776-8140-5CBE3D02D558}" type="presParOf" srcId="{38760E02-052B-44B6-9F7D-0B6CD369E69D}" destId="{C56870C2-81CA-4432-8A77-C34C85A3CFE9}" srcOrd="0" destOrd="0" presId="urn:microsoft.com/office/officeart/2005/8/layout/hierarchy1"/>
    <dgm:cxn modelId="{DA21F111-2D44-4BB4-8567-BD6D4ED59712}" type="presParOf" srcId="{C56870C2-81CA-4432-8A77-C34C85A3CFE9}" destId="{289EE401-D261-4B53-8945-E2DC795217F2}" srcOrd="0" destOrd="0" presId="urn:microsoft.com/office/officeart/2005/8/layout/hierarchy1"/>
    <dgm:cxn modelId="{47B0D8B0-2738-4096-8A3C-BA4C059226E5}" type="presParOf" srcId="{C56870C2-81CA-4432-8A77-C34C85A3CFE9}" destId="{C22DF89E-A781-42F1-B680-2A5F66F6AB66}" srcOrd="1" destOrd="0" presId="urn:microsoft.com/office/officeart/2005/8/layout/hierarchy1"/>
    <dgm:cxn modelId="{1AE64762-9899-4962-B5C5-E8B733F909C3}" type="presParOf" srcId="{38760E02-052B-44B6-9F7D-0B6CD369E69D}" destId="{9B500200-9306-4393-95D7-0C1E3D4DE0D2}" srcOrd="1" destOrd="0" presId="urn:microsoft.com/office/officeart/2005/8/layout/hierarchy1"/>
    <dgm:cxn modelId="{4E34063D-A5F5-420E-98E8-B91FCAA70706}" type="presParOf" srcId="{225D32AC-1EDF-4575-BB21-DA856F35A68A}" destId="{00BD56C4-6D5E-4717-9AE3-B56AC2E98BDC}" srcOrd="2" destOrd="0" presId="urn:microsoft.com/office/officeart/2005/8/layout/hierarchy1"/>
    <dgm:cxn modelId="{68D64539-AFD3-4BB6-B24F-5704FAF4C9C3}" type="presParOf" srcId="{00BD56C4-6D5E-4717-9AE3-B56AC2E98BDC}" destId="{98F6F592-9035-42EA-A1AD-5E2FCA2648C5}" srcOrd="0" destOrd="0" presId="urn:microsoft.com/office/officeart/2005/8/layout/hierarchy1"/>
    <dgm:cxn modelId="{2EC0E7A8-8F3F-4200-88A1-FD8BC90DB75C}" type="presParOf" srcId="{98F6F592-9035-42EA-A1AD-5E2FCA2648C5}" destId="{2377E35D-4EAC-455C-9769-458DDFAB3FFC}" srcOrd="0" destOrd="0" presId="urn:microsoft.com/office/officeart/2005/8/layout/hierarchy1"/>
    <dgm:cxn modelId="{9C66C9C9-48FC-46FA-AA0C-521F3460E26B}" type="presParOf" srcId="{98F6F592-9035-42EA-A1AD-5E2FCA2648C5}" destId="{E9C36E7E-6696-46D3-BC56-60A1B2D262C2}" srcOrd="1" destOrd="0" presId="urn:microsoft.com/office/officeart/2005/8/layout/hierarchy1"/>
    <dgm:cxn modelId="{B02A37A3-9C42-42C1-A739-CF1DDDF2740A}" type="presParOf" srcId="{00BD56C4-6D5E-4717-9AE3-B56AC2E98BDC}" destId="{54E1A629-8FB3-4946-A840-599171F91D89}" srcOrd="1" destOrd="0" presId="urn:microsoft.com/office/officeart/2005/8/layout/hierarchy1"/>
    <dgm:cxn modelId="{3CD3A669-9EA8-4D4B-9B86-326B29A0DD5D}" type="presParOf" srcId="{225D32AC-1EDF-4575-BB21-DA856F35A68A}" destId="{ADED775B-D9B5-4C3E-939D-62A6C5EBDD96}" srcOrd="3" destOrd="0" presId="urn:microsoft.com/office/officeart/2005/8/layout/hierarchy1"/>
    <dgm:cxn modelId="{9FE8DB46-02F5-44F3-859C-8666507FBB5B}" type="presParOf" srcId="{ADED775B-D9B5-4C3E-939D-62A6C5EBDD96}" destId="{BDA4EA6E-E489-4DEC-B278-6A340414D70C}" srcOrd="0" destOrd="0" presId="urn:microsoft.com/office/officeart/2005/8/layout/hierarchy1"/>
    <dgm:cxn modelId="{1D4EDB9B-F973-4044-BDB0-55E70072B733}" type="presParOf" srcId="{BDA4EA6E-E489-4DEC-B278-6A340414D70C}" destId="{516E2E3F-21C5-4B52-A2E9-A6272AEC54AC}" srcOrd="0" destOrd="0" presId="urn:microsoft.com/office/officeart/2005/8/layout/hierarchy1"/>
    <dgm:cxn modelId="{B87E6817-C6FC-44F5-8B04-A738E867D395}" type="presParOf" srcId="{BDA4EA6E-E489-4DEC-B278-6A340414D70C}" destId="{EABA79FE-0182-4B68-8979-41EB99DEF852}" srcOrd="1" destOrd="0" presId="urn:microsoft.com/office/officeart/2005/8/layout/hierarchy1"/>
    <dgm:cxn modelId="{5D154B7F-2D33-4BA0-8B3E-0CBD7AE806F2}" type="presParOf" srcId="{ADED775B-D9B5-4C3E-939D-62A6C5EBDD96}" destId="{D590C4E9-D9BA-43B0-B8CF-3F0762315330}" srcOrd="1" destOrd="0" presId="urn:microsoft.com/office/officeart/2005/8/layout/hierarchy1"/>
    <dgm:cxn modelId="{C58C3DB6-3170-4E82-9FB2-15E279E86F13}" type="presParOf" srcId="{225D32AC-1EDF-4575-BB21-DA856F35A68A}" destId="{C5F94262-6AD1-4162-BF16-E7CEBFF37E41}" srcOrd="4" destOrd="0" presId="urn:microsoft.com/office/officeart/2005/8/layout/hierarchy1"/>
    <dgm:cxn modelId="{A8E7A052-DD55-432C-96F4-8EB0690D8883}" type="presParOf" srcId="{C5F94262-6AD1-4162-BF16-E7CEBFF37E41}" destId="{3BEFF771-AC59-4025-B4E2-BE0B0467A473}" srcOrd="0" destOrd="0" presId="urn:microsoft.com/office/officeart/2005/8/layout/hierarchy1"/>
    <dgm:cxn modelId="{EC4C6CB4-A091-4D12-89D4-4DEF02FA4710}" type="presParOf" srcId="{3BEFF771-AC59-4025-B4E2-BE0B0467A473}" destId="{2379AD32-D961-4BA6-870A-08DA8369C3CA}" srcOrd="0" destOrd="0" presId="urn:microsoft.com/office/officeart/2005/8/layout/hierarchy1"/>
    <dgm:cxn modelId="{160B2AFA-4B5D-4A3A-8FD0-AD72174DDA9D}" type="presParOf" srcId="{3BEFF771-AC59-4025-B4E2-BE0B0467A473}" destId="{7F7F7179-0E1E-4106-A3BD-94A3F26EEA5D}" srcOrd="1" destOrd="0" presId="urn:microsoft.com/office/officeart/2005/8/layout/hierarchy1"/>
    <dgm:cxn modelId="{85D51C22-F793-4E7C-B061-F73F69FDD6A0}" type="presParOf" srcId="{C5F94262-6AD1-4162-BF16-E7CEBFF37E41}" destId="{EDABAD4A-7EFD-4C0F-8479-36D26FFC6E05}" srcOrd="1" destOrd="0" presId="urn:microsoft.com/office/officeart/2005/8/layout/hierarchy1"/>
    <dgm:cxn modelId="{8B3D6CFA-54C9-4622-BDE6-EEFF87E459F7}" type="presParOf" srcId="{225D32AC-1EDF-4575-BB21-DA856F35A68A}" destId="{8122D01A-88F1-4ADE-952C-7DFC2DFC6D04}" srcOrd="5" destOrd="0" presId="urn:microsoft.com/office/officeart/2005/8/layout/hierarchy1"/>
    <dgm:cxn modelId="{933A98C0-7F02-47D4-871C-3A651E2F6367}" type="presParOf" srcId="{8122D01A-88F1-4ADE-952C-7DFC2DFC6D04}" destId="{6EC13847-D84E-49BB-92AF-FA2040DBD5E3}" srcOrd="0" destOrd="0" presId="urn:microsoft.com/office/officeart/2005/8/layout/hierarchy1"/>
    <dgm:cxn modelId="{D63210B1-D833-491F-AEE6-12EE0F0F76A4}" type="presParOf" srcId="{6EC13847-D84E-49BB-92AF-FA2040DBD5E3}" destId="{A86A8553-CA10-4F9D-8771-78D955F39654}" srcOrd="0" destOrd="0" presId="urn:microsoft.com/office/officeart/2005/8/layout/hierarchy1"/>
    <dgm:cxn modelId="{95837F99-4058-4EC3-8587-8F631861F846}" type="presParOf" srcId="{6EC13847-D84E-49BB-92AF-FA2040DBD5E3}" destId="{40EBE7BF-E9AC-4036-A457-A0818F1AE61C}" srcOrd="1" destOrd="0" presId="urn:microsoft.com/office/officeart/2005/8/layout/hierarchy1"/>
    <dgm:cxn modelId="{ECB2F18D-309E-4A9B-A929-5756E4B6789D}" type="presParOf" srcId="{8122D01A-88F1-4ADE-952C-7DFC2DFC6D04}" destId="{B749A3A9-C10B-4FB8-8D5D-05A97E59A822}" srcOrd="1" destOrd="0" presId="urn:microsoft.com/office/officeart/2005/8/layout/hierarchy1"/>
    <dgm:cxn modelId="{8ED90010-75DE-4EF4-8085-4B1568EE6C73}" type="presParOf" srcId="{225D32AC-1EDF-4575-BB21-DA856F35A68A}" destId="{67C93A8F-DCC0-4060-BE60-69C2181160B2}" srcOrd="6" destOrd="0" presId="urn:microsoft.com/office/officeart/2005/8/layout/hierarchy1"/>
    <dgm:cxn modelId="{F25FAD23-3100-4575-B88F-36CECCEEC056}" type="presParOf" srcId="{67C93A8F-DCC0-4060-BE60-69C2181160B2}" destId="{F0923D8F-591F-4D8E-998A-5D02B03063AF}" srcOrd="0" destOrd="0" presId="urn:microsoft.com/office/officeart/2005/8/layout/hierarchy1"/>
    <dgm:cxn modelId="{CCB19AEA-9836-46F2-88D1-1940EF9032B8}" type="presParOf" srcId="{F0923D8F-591F-4D8E-998A-5D02B03063AF}" destId="{31AF7C27-C0E2-4C35-9060-077697806D62}" srcOrd="0" destOrd="0" presId="urn:microsoft.com/office/officeart/2005/8/layout/hierarchy1"/>
    <dgm:cxn modelId="{69E46700-3D16-4DE7-AE51-AAC75BCE03D9}" type="presParOf" srcId="{F0923D8F-591F-4D8E-998A-5D02B03063AF}" destId="{E3A42789-CB9E-4866-9B52-5DB5EF036B8F}" srcOrd="1" destOrd="0" presId="urn:microsoft.com/office/officeart/2005/8/layout/hierarchy1"/>
    <dgm:cxn modelId="{411A7910-D181-4F17-9FEB-FEF83E4F0E9C}" type="presParOf" srcId="{67C93A8F-DCC0-4060-BE60-69C2181160B2}" destId="{AAED0E81-34E2-405E-A227-CB91AA63096E}" srcOrd="1" destOrd="0" presId="urn:microsoft.com/office/officeart/2005/8/layout/hierarchy1"/>
    <dgm:cxn modelId="{2703E44B-E780-49A8-9D7F-FA37329DF52D}" type="presParOf" srcId="{225D32AC-1EDF-4575-BB21-DA856F35A68A}" destId="{7F0EB3F6-43BE-495B-9219-F808C0DA3756}" srcOrd="7" destOrd="0" presId="urn:microsoft.com/office/officeart/2005/8/layout/hierarchy1"/>
    <dgm:cxn modelId="{E672346C-F5F1-4052-90CD-0C87264C290F}" type="presParOf" srcId="{7F0EB3F6-43BE-495B-9219-F808C0DA3756}" destId="{A361B545-7356-481E-9C08-4301B9671F7B}" srcOrd="0" destOrd="0" presId="urn:microsoft.com/office/officeart/2005/8/layout/hierarchy1"/>
    <dgm:cxn modelId="{0D123F07-7961-473B-89D9-F5E1EDA4FA16}" type="presParOf" srcId="{A361B545-7356-481E-9C08-4301B9671F7B}" destId="{7457A8B4-E431-487A-9D43-1DA96516268C}" srcOrd="0" destOrd="0" presId="urn:microsoft.com/office/officeart/2005/8/layout/hierarchy1"/>
    <dgm:cxn modelId="{303D9698-5D83-4886-9C39-5AB60A7E45F0}" type="presParOf" srcId="{A361B545-7356-481E-9C08-4301B9671F7B}" destId="{283FB8F7-168E-4F03-850A-834811ACAB69}" srcOrd="1" destOrd="0" presId="urn:microsoft.com/office/officeart/2005/8/layout/hierarchy1"/>
    <dgm:cxn modelId="{29FCF8AD-F459-47A4-88E2-6AC149C6C8AA}" type="presParOf" srcId="{7F0EB3F6-43BE-495B-9219-F808C0DA3756}" destId="{51279F2C-F096-4402-A180-3C58554196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25837E-F790-4B95-B316-6D519B967A4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DE51F8-B674-4824-9D74-6E0EC477CA8E}">
      <dgm:prSet/>
      <dgm:spPr/>
      <dgm:t>
        <a:bodyPr/>
        <a:lstStyle/>
        <a:p>
          <a:r>
            <a:rPr lang="tr-TR" b="1" dirty="0"/>
            <a:t>Geliş hızı (</a:t>
          </a:r>
          <a:r>
            <a:rPr lang="el-GR" b="1" dirty="0"/>
            <a:t>λ)</a:t>
          </a:r>
          <a:r>
            <a:rPr lang="el-GR" dirty="0"/>
            <a:t> = 0.008356 </a:t>
          </a:r>
          <a:r>
            <a:rPr lang="tr-TR" dirty="0"/>
            <a:t>müşteri/dk</a:t>
          </a:r>
          <a:endParaRPr lang="en-US" dirty="0"/>
        </a:p>
      </dgm:t>
    </dgm:pt>
    <dgm:pt modelId="{65370EF2-238C-4F95-935C-73B0337F7911}" type="parTrans" cxnId="{03084EAB-43ED-4220-A38B-39982207E39D}">
      <dgm:prSet/>
      <dgm:spPr/>
      <dgm:t>
        <a:bodyPr/>
        <a:lstStyle/>
        <a:p>
          <a:endParaRPr lang="en-US"/>
        </a:p>
      </dgm:t>
    </dgm:pt>
    <dgm:pt modelId="{06E66D8B-8D2F-4903-ADC2-50E3872F43BB}" type="sibTrans" cxnId="{03084EAB-43ED-4220-A38B-39982207E39D}">
      <dgm:prSet/>
      <dgm:spPr/>
      <dgm:t>
        <a:bodyPr/>
        <a:lstStyle/>
        <a:p>
          <a:endParaRPr lang="en-US"/>
        </a:p>
      </dgm:t>
    </dgm:pt>
    <dgm:pt modelId="{627BEA59-B3B3-4949-8E20-1A6844ACE22E}">
      <dgm:prSet/>
      <dgm:spPr/>
      <dgm:t>
        <a:bodyPr/>
        <a:lstStyle/>
        <a:p>
          <a:r>
            <a:rPr lang="tr-TR" b="1" dirty="0"/>
            <a:t>Servis hızı (</a:t>
          </a:r>
          <a:r>
            <a:rPr lang="el-GR" b="1" dirty="0"/>
            <a:t>μ)</a:t>
          </a:r>
          <a:r>
            <a:rPr lang="el-GR" dirty="0"/>
            <a:t> = 0.012 </a:t>
          </a:r>
          <a:r>
            <a:rPr lang="tr-TR" dirty="0"/>
            <a:t>müşteri/dk</a:t>
          </a:r>
          <a:endParaRPr lang="en-US" dirty="0"/>
        </a:p>
      </dgm:t>
    </dgm:pt>
    <dgm:pt modelId="{F8876F02-59B2-429E-BEF3-435698207B12}" type="parTrans" cxnId="{8A1975F1-0AC8-41FB-88B8-D27C6333EE26}">
      <dgm:prSet/>
      <dgm:spPr/>
      <dgm:t>
        <a:bodyPr/>
        <a:lstStyle/>
        <a:p>
          <a:endParaRPr lang="en-US"/>
        </a:p>
      </dgm:t>
    </dgm:pt>
    <dgm:pt modelId="{27975BD8-5DA5-47FB-B617-5114CB78C12C}" type="sibTrans" cxnId="{8A1975F1-0AC8-41FB-88B8-D27C6333EE26}">
      <dgm:prSet/>
      <dgm:spPr/>
      <dgm:t>
        <a:bodyPr/>
        <a:lstStyle/>
        <a:p>
          <a:endParaRPr lang="en-US"/>
        </a:p>
      </dgm:t>
    </dgm:pt>
    <dgm:pt modelId="{70C4E3BA-347C-4EBF-933C-699D0B2937EE}">
      <dgm:prSet/>
      <dgm:spPr/>
      <dgm:t>
        <a:bodyPr/>
        <a:lstStyle/>
        <a:p>
          <a:r>
            <a:rPr lang="tr-TR" b="1"/>
            <a:t>Kullanım oranı (</a:t>
          </a:r>
          <a:r>
            <a:rPr lang="el-GR" b="1"/>
            <a:t>ρ = λ / μ)</a:t>
          </a:r>
          <a:r>
            <a:rPr lang="el-GR"/>
            <a:t> = </a:t>
          </a:r>
          <a:r>
            <a:rPr lang="el-GR" b="1"/>
            <a:t>0.696</a:t>
          </a:r>
          <a:endParaRPr lang="en-US"/>
        </a:p>
      </dgm:t>
    </dgm:pt>
    <dgm:pt modelId="{3107C3E3-4AED-4E22-83D9-B96F5D993A6E}" type="parTrans" cxnId="{59BEFF07-2A77-43A0-AA89-1FF27010AB9B}">
      <dgm:prSet/>
      <dgm:spPr/>
      <dgm:t>
        <a:bodyPr/>
        <a:lstStyle/>
        <a:p>
          <a:endParaRPr lang="en-US"/>
        </a:p>
      </dgm:t>
    </dgm:pt>
    <dgm:pt modelId="{C8F9489A-8A04-4DE1-921D-3FC0B1ECC553}" type="sibTrans" cxnId="{59BEFF07-2A77-43A0-AA89-1FF27010AB9B}">
      <dgm:prSet/>
      <dgm:spPr/>
      <dgm:t>
        <a:bodyPr/>
        <a:lstStyle/>
        <a:p>
          <a:endParaRPr lang="en-US"/>
        </a:p>
      </dgm:t>
    </dgm:pt>
    <dgm:pt modelId="{D8E26072-A273-41EA-9CB8-D02BA3FEC63C}">
      <dgm:prSet/>
      <dgm:spPr/>
      <dgm:t>
        <a:bodyPr/>
        <a:lstStyle/>
        <a:p>
          <a:r>
            <a:rPr lang="el-GR"/>
            <a:t>ρ &lt; 1 </a:t>
          </a:r>
          <a:r>
            <a:rPr lang="tr-TR"/>
            <a:t>olduğu için sistem </a:t>
          </a:r>
          <a:r>
            <a:rPr lang="tr-TR" b="1"/>
            <a:t>kararlı</a:t>
          </a:r>
          <a:r>
            <a:rPr lang="tr-TR"/>
            <a:t> çalışmaktadır.</a:t>
          </a:r>
          <a:endParaRPr lang="en-US"/>
        </a:p>
      </dgm:t>
    </dgm:pt>
    <dgm:pt modelId="{FFF76656-5095-4BAB-9102-188835040115}" type="parTrans" cxnId="{74BCCBC6-2B4D-4AD8-A9C8-CC00F67B40FF}">
      <dgm:prSet/>
      <dgm:spPr/>
      <dgm:t>
        <a:bodyPr/>
        <a:lstStyle/>
        <a:p>
          <a:endParaRPr lang="en-US"/>
        </a:p>
      </dgm:t>
    </dgm:pt>
    <dgm:pt modelId="{5A40C5DD-B9D3-4983-9245-8032931234A0}" type="sibTrans" cxnId="{74BCCBC6-2B4D-4AD8-A9C8-CC00F67B40FF}">
      <dgm:prSet/>
      <dgm:spPr/>
      <dgm:t>
        <a:bodyPr/>
        <a:lstStyle/>
        <a:p>
          <a:endParaRPr lang="en-US"/>
        </a:p>
      </dgm:t>
    </dgm:pt>
    <dgm:pt modelId="{D718887F-09C2-4F60-9FF5-25E7290BD162}">
      <dgm:prSet/>
      <dgm:spPr/>
      <dgm:t>
        <a:bodyPr/>
        <a:lstStyle/>
        <a:p>
          <a:r>
            <a:rPr lang="tr-TR" dirty="0"/>
            <a:t>Ortalama bekleme süresi (</a:t>
          </a:r>
          <a:r>
            <a:rPr lang="tr-TR" dirty="0" err="1"/>
            <a:t>Wq</a:t>
          </a:r>
          <a:r>
            <a:rPr lang="tr-TR" dirty="0"/>
            <a:t>) = 62.34 dk</a:t>
          </a:r>
          <a:endParaRPr lang="en-US" dirty="0"/>
        </a:p>
      </dgm:t>
    </dgm:pt>
    <dgm:pt modelId="{98F5B609-D749-4052-B706-EF34AF68C443}" type="parTrans" cxnId="{D12F00B6-C143-42F6-BB32-45784B9A6C03}">
      <dgm:prSet/>
      <dgm:spPr/>
      <dgm:t>
        <a:bodyPr/>
        <a:lstStyle/>
        <a:p>
          <a:endParaRPr lang="en-US"/>
        </a:p>
      </dgm:t>
    </dgm:pt>
    <dgm:pt modelId="{11B6C070-C133-44AB-8F44-F5E5A9E43843}" type="sibTrans" cxnId="{D12F00B6-C143-42F6-BB32-45784B9A6C03}">
      <dgm:prSet/>
      <dgm:spPr/>
      <dgm:t>
        <a:bodyPr/>
        <a:lstStyle/>
        <a:p>
          <a:endParaRPr lang="en-US"/>
        </a:p>
      </dgm:t>
    </dgm:pt>
    <dgm:pt modelId="{5E291494-4A49-49C5-BE2D-95341A2B7A17}">
      <dgm:prSet/>
      <dgm:spPr/>
      <dgm:t>
        <a:bodyPr/>
        <a:lstStyle/>
        <a:p>
          <a:r>
            <a:rPr lang="tr-TR" dirty="0"/>
            <a:t>Ortalama sistem süresi (W) = 142.71 dk</a:t>
          </a:r>
          <a:endParaRPr lang="en-US" dirty="0"/>
        </a:p>
      </dgm:t>
    </dgm:pt>
    <dgm:pt modelId="{43AF382C-F5A5-423D-AC61-C4B877E80E11}" type="parTrans" cxnId="{7596D7B2-7DB0-4F94-98F2-0B8E9808702F}">
      <dgm:prSet/>
      <dgm:spPr/>
      <dgm:t>
        <a:bodyPr/>
        <a:lstStyle/>
        <a:p>
          <a:endParaRPr lang="en-US"/>
        </a:p>
      </dgm:t>
    </dgm:pt>
    <dgm:pt modelId="{7E758699-2901-4760-8CE6-4E04792B28AC}" type="sibTrans" cxnId="{7596D7B2-7DB0-4F94-98F2-0B8E9808702F}">
      <dgm:prSet/>
      <dgm:spPr/>
      <dgm:t>
        <a:bodyPr/>
        <a:lstStyle/>
        <a:p>
          <a:endParaRPr lang="en-US"/>
        </a:p>
      </dgm:t>
    </dgm:pt>
    <dgm:pt modelId="{0C5A69F5-02C8-4227-A5FC-E28F868BFB1E}">
      <dgm:prSet/>
      <dgm:spPr/>
      <dgm:t>
        <a:bodyPr/>
        <a:lstStyle/>
        <a:p>
          <a:r>
            <a:rPr lang="tr-TR" dirty="0"/>
            <a:t>Ortalama servis süresi = 79.41 dk</a:t>
          </a:r>
          <a:endParaRPr lang="en-US" dirty="0"/>
        </a:p>
      </dgm:t>
    </dgm:pt>
    <dgm:pt modelId="{59B19CE0-4A1D-464E-B385-7949336A95CE}" type="parTrans" cxnId="{389B9DAE-F7AA-4457-888A-556D11DA15F9}">
      <dgm:prSet/>
      <dgm:spPr/>
      <dgm:t>
        <a:bodyPr/>
        <a:lstStyle/>
        <a:p>
          <a:endParaRPr lang="en-US"/>
        </a:p>
      </dgm:t>
    </dgm:pt>
    <dgm:pt modelId="{53B7F736-4603-4AEB-827E-D750A329F448}" type="sibTrans" cxnId="{389B9DAE-F7AA-4457-888A-556D11DA15F9}">
      <dgm:prSet/>
      <dgm:spPr/>
      <dgm:t>
        <a:bodyPr/>
        <a:lstStyle/>
        <a:p>
          <a:endParaRPr lang="en-US"/>
        </a:p>
      </dgm:t>
    </dgm:pt>
    <dgm:pt modelId="{CE288F29-010A-4288-AC6B-059FBAE53798}">
      <dgm:prSet/>
      <dgm:spPr/>
      <dgm:t>
        <a:bodyPr/>
        <a:lstStyle/>
        <a:p>
          <a:r>
            <a:rPr lang="tr-TR"/>
            <a:t>Ortalama kuyruk uzunluğu (</a:t>
          </a:r>
          <a:r>
            <a:rPr lang="tr-TR" b="1"/>
            <a:t>Lq</a:t>
          </a:r>
          <a:r>
            <a:rPr lang="tr-TR"/>
            <a:t>, sistemde </a:t>
          </a:r>
          <a:r>
            <a:rPr lang="tr-TR" b="1"/>
            <a:t>herhangi bir anda</a:t>
          </a:r>
          <a:r>
            <a:rPr lang="tr-TR"/>
            <a:t> kuyrukta bekleyen </a:t>
          </a:r>
          <a:r>
            <a:rPr lang="tr-TR" b="1"/>
            <a:t>ortalama müşteri sayısıdır</a:t>
          </a:r>
          <a:r>
            <a:rPr lang="tr-TR"/>
            <a:t>.) (Lq) ≈ 0.495</a:t>
          </a:r>
          <a:endParaRPr lang="en-US"/>
        </a:p>
      </dgm:t>
    </dgm:pt>
    <dgm:pt modelId="{5900793E-62CD-4B5F-87ED-98F8428CE021}" type="parTrans" cxnId="{DD1B4D83-20EA-461C-A0A1-B5649014F159}">
      <dgm:prSet/>
      <dgm:spPr/>
      <dgm:t>
        <a:bodyPr/>
        <a:lstStyle/>
        <a:p>
          <a:endParaRPr lang="en-US"/>
        </a:p>
      </dgm:t>
    </dgm:pt>
    <dgm:pt modelId="{EA81A44C-F3CA-417C-9494-B52ADBF3317A}" type="sibTrans" cxnId="{DD1B4D83-20EA-461C-A0A1-B5649014F159}">
      <dgm:prSet/>
      <dgm:spPr/>
      <dgm:t>
        <a:bodyPr/>
        <a:lstStyle/>
        <a:p>
          <a:endParaRPr lang="en-US"/>
        </a:p>
      </dgm:t>
    </dgm:pt>
    <dgm:pt modelId="{B83C0F6A-A386-4E5D-9C36-E70E9B4E4CE4}">
      <dgm:prSet/>
      <dgm:spPr/>
      <dgm:t>
        <a:bodyPr/>
        <a:lstStyle/>
        <a:p>
          <a:r>
            <a:rPr lang="tr-TR"/>
            <a:t>Ortalama sistem müşteri sayısı (</a:t>
          </a:r>
          <a:r>
            <a:rPr lang="tr-TR" b="1"/>
            <a:t>L</a:t>
          </a:r>
          <a:r>
            <a:rPr lang="tr-TR"/>
            <a:t>, sistemde </a:t>
          </a:r>
          <a:r>
            <a:rPr lang="tr-TR" b="1"/>
            <a:t>herhangi bir anda</a:t>
          </a:r>
          <a:r>
            <a:rPr lang="tr-TR"/>
            <a:t> bulunan </a:t>
          </a:r>
          <a:r>
            <a:rPr lang="tr-TR" b="1"/>
            <a:t>toplam müşteri sayısıdır</a:t>
          </a:r>
          <a:r>
            <a:rPr lang="tr-TR"/>
            <a:t>:) (L) ≈ 1.117</a:t>
          </a:r>
          <a:endParaRPr lang="en-US"/>
        </a:p>
      </dgm:t>
    </dgm:pt>
    <dgm:pt modelId="{DFFB42F0-F4EF-47CB-85E5-B5D6FE339B6B}" type="parTrans" cxnId="{48B39B17-BA10-41B8-A9CB-7B2EA219F124}">
      <dgm:prSet/>
      <dgm:spPr/>
      <dgm:t>
        <a:bodyPr/>
        <a:lstStyle/>
        <a:p>
          <a:endParaRPr lang="en-US"/>
        </a:p>
      </dgm:t>
    </dgm:pt>
    <dgm:pt modelId="{AA606A15-608F-4C40-B4C6-A2B8CBDF9B9C}" type="sibTrans" cxnId="{48B39B17-BA10-41B8-A9CB-7B2EA219F124}">
      <dgm:prSet/>
      <dgm:spPr/>
      <dgm:t>
        <a:bodyPr/>
        <a:lstStyle/>
        <a:p>
          <a:endParaRPr lang="en-US"/>
        </a:p>
      </dgm:t>
    </dgm:pt>
    <dgm:pt modelId="{88352D59-A87C-41FE-84AD-A4B9FC40EA3A}" type="pres">
      <dgm:prSet presAssocID="{0025837E-F790-4B95-B316-6D519B967A46}" presName="vert0" presStyleCnt="0">
        <dgm:presLayoutVars>
          <dgm:dir/>
          <dgm:animOne val="branch"/>
          <dgm:animLvl val="lvl"/>
        </dgm:presLayoutVars>
      </dgm:prSet>
      <dgm:spPr/>
    </dgm:pt>
    <dgm:pt modelId="{2898942C-91FC-4A77-8DFB-4D83A28C193D}" type="pres">
      <dgm:prSet presAssocID="{0ADE51F8-B674-4824-9D74-6E0EC477CA8E}" presName="thickLine" presStyleLbl="alignNode1" presStyleIdx="0" presStyleCnt="9"/>
      <dgm:spPr/>
    </dgm:pt>
    <dgm:pt modelId="{F741BB7C-445B-461F-959A-A15439DA9F57}" type="pres">
      <dgm:prSet presAssocID="{0ADE51F8-B674-4824-9D74-6E0EC477CA8E}" presName="horz1" presStyleCnt="0"/>
      <dgm:spPr/>
    </dgm:pt>
    <dgm:pt modelId="{76B75EC3-43EC-4B0B-994C-4D23D48CB978}" type="pres">
      <dgm:prSet presAssocID="{0ADE51F8-B674-4824-9D74-6E0EC477CA8E}" presName="tx1" presStyleLbl="revTx" presStyleIdx="0" presStyleCnt="9"/>
      <dgm:spPr/>
    </dgm:pt>
    <dgm:pt modelId="{FD829D79-632C-4FC0-9766-090ABC6C5B40}" type="pres">
      <dgm:prSet presAssocID="{0ADE51F8-B674-4824-9D74-6E0EC477CA8E}" presName="vert1" presStyleCnt="0"/>
      <dgm:spPr/>
    </dgm:pt>
    <dgm:pt modelId="{80B1DA6A-B841-4A2F-8B4C-45E876839EB3}" type="pres">
      <dgm:prSet presAssocID="{627BEA59-B3B3-4949-8E20-1A6844ACE22E}" presName="thickLine" presStyleLbl="alignNode1" presStyleIdx="1" presStyleCnt="9"/>
      <dgm:spPr/>
    </dgm:pt>
    <dgm:pt modelId="{76962A85-69E1-40B3-A8EB-A5BA2DD980E6}" type="pres">
      <dgm:prSet presAssocID="{627BEA59-B3B3-4949-8E20-1A6844ACE22E}" presName="horz1" presStyleCnt="0"/>
      <dgm:spPr/>
    </dgm:pt>
    <dgm:pt modelId="{052A28DE-CD2F-4D6F-AB75-62ACFB1A1ADA}" type="pres">
      <dgm:prSet presAssocID="{627BEA59-B3B3-4949-8E20-1A6844ACE22E}" presName="tx1" presStyleLbl="revTx" presStyleIdx="1" presStyleCnt="9"/>
      <dgm:spPr/>
    </dgm:pt>
    <dgm:pt modelId="{54E3DBC3-6AC2-4979-90FA-B4F642F2ECDD}" type="pres">
      <dgm:prSet presAssocID="{627BEA59-B3B3-4949-8E20-1A6844ACE22E}" presName="vert1" presStyleCnt="0"/>
      <dgm:spPr/>
    </dgm:pt>
    <dgm:pt modelId="{5F34E2A7-DB8C-4644-A187-936255346F61}" type="pres">
      <dgm:prSet presAssocID="{70C4E3BA-347C-4EBF-933C-699D0B2937EE}" presName="thickLine" presStyleLbl="alignNode1" presStyleIdx="2" presStyleCnt="9"/>
      <dgm:spPr/>
    </dgm:pt>
    <dgm:pt modelId="{A67CC6B4-C912-4CB9-BB7C-18833BBB0DC6}" type="pres">
      <dgm:prSet presAssocID="{70C4E3BA-347C-4EBF-933C-699D0B2937EE}" presName="horz1" presStyleCnt="0"/>
      <dgm:spPr/>
    </dgm:pt>
    <dgm:pt modelId="{99ABCA0C-F851-4087-9123-A7D87B57032F}" type="pres">
      <dgm:prSet presAssocID="{70C4E3BA-347C-4EBF-933C-699D0B2937EE}" presName="tx1" presStyleLbl="revTx" presStyleIdx="2" presStyleCnt="9"/>
      <dgm:spPr/>
    </dgm:pt>
    <dgm:pt modelId="{F53E8851-64B5-4F10-9B6C-DE95AB6CEC07}" type="pres">
      <dgm:prSet presAssocID="{70C4E3BA-347C-4EBF-933C-699D0B2937EE}" presName="vert1" presStyleCnt="0"/>
      <dgm:spPr/>
    </dgm:pt>
    <dgm:pt modelId="{01892F2E-2F93-486C-AF67-0AD066927091}" type="pres">
      <dgm:prSet presAssocID="{D8E26072-A273-41EA-9CB8-D02BA3FEC63C}" presName="thickLine" presStyleLbl="alignNode1" presStyleIdx="3" presStyleCnt="9"/>
      <dgm:spPr/>
    </dgm:pt>
    <dgm:pt modelId="{CE63FF44-28F1-40DD-A4F9-7D8A49110A01}" type="pres">
      <dgm:prSet presAssocID="{D8E26072-A273-41EA-9CB8-D02BA3FEC63C}" presName="horz1" presStyleCnt="0"/>
      <dgm:spPr/>
    </dgm:pt>
    <dgm:pt modelId="{3F1E92D4-64EB-4AB1-834C-95D918A7A18C}" type="pres">
      <dgm:prSet presAssocID="{D8E26072-A273-41EA-9CB8-D02BA3FEC63C}" presName="tx1" presStyleLbl="revTx" presStyleIdx="3" presStyleCnt="9"/>
      <dgm:spPr/>
    </dgm:pt>
    <dgm:pt modelId="{79F7BEAB-E898-420C-8828-47980BC83268}" type="pres">
      <dgm:prSet presAssocID="{D8E26072-A273-41EA-9CB8-D02BA3FEC63C}" presName="vert1" presStyleCnt="0"/>
      <dgm:spPr/>
    </dgm:pt>
    <dgm:pt modelId="{F567DEAE-F846-401C-AE76-4774F37046D6}" type="pres">
      <dgm:prSet presAssocID="{D718887F-09C2-4F60-9FF5-25E7290BD162}" presName="thickLine" presStyleLbl="alignNode1" presStyleIdx="4" presStyleCnt="9"/>
      <dgm:spPr/>
    </dgm:pt>
    <dgm:pt modelId="{2C25DB97-9093-4591-A431-499A9864D39E}" type="pres">
      <dgm:prSet presAssocID="{D718887F-09C2-4F60-9FF5-25E7290BD162}" presName="horz1" presStyleCnt="0"/>
      <dgm:spPr/>
    </dgm:pt>
    <dgm:pt modelId="{E1CEDFAF-6FA4-48EB-82BD-F84453897A85}" type="pres">
      <dgm:prSet presAssocID="{D718887F-09C2-4F60-9FF5-25E7290BD162}" presName="tx1" presStyleLbl="revTx" presStyleIdx="4" presStyleCnt="9"/>
      <dgm:spPr/>
    </dgm:pt>
    <dgm:pt modelId="{E3CA18B6-7241-4142-AD54-8B83ED46C811}" type="pres">
      <dgm:prSet presAssocID="{D718887F-09C2-4F60-9FF5-25E7290BD162}" presName="vert1" presStyleCnt="0"/>
      <dgm:spPr/>
    </dgm:pt>
    <dgm:pt modelId="{A4EAA0A3-BF02-42D7-A82C-E56BE85EEDE7}" type="pres">
      <dgm:prSet presAssocID="{5E291494-4A49-49C5-BE2D-95341A2B7A17}" presName="thickLine" presStyleLbl="alignNode1" presStyleIdx="5" presStyleCnt="9"/>
      <dgm:spPr/>
    </dgm:pt>
    <dgm:pt modelId="{7B240D5A-91EE-46B7-B088-D69878417871}" type="pres">
      <dgm:prSet presAssocID="{5E291494-4A49-49C5-BE2D-95341A2B7A17}" presName="horz1" presStyleCnt="0"/>
      <dgm:spPr/>
    </dgm:pt>
    <dgm:pt modelId="{5DC67CA5-9262-4A2F-A7A8-240F16CD13F8}" type="pres">
      <dgm:prSet presAssocID="{5E291494-4A49-49C5-BE2D-95341A2B7A17}" presName="tx1" presStyleLbl="revTx" presStyleIdx="5" presStyleCnt="9"/>
      <dgm:spPr/>
    </dgm:pt>
    <dgm:pt modelId="{B2B3EA40-BBCE-4C00-BAEE-2557326FA901}" type="pres">
      <dgm:prSet presAssocID="{5E291494-4A49-49C5-BE2D-95341A2B7A17}" presName="vert1" presStyleCnt="0"/>
      <dgm:spPr/>
    </dgm:pt>
    <dgm:pt modelId="{FADCF715-1035-4618-8965-F6343CC041F2}" type="pres">
      <dgm:prSet presAssocID="{0C5A69F5-02C8-4227-A5FC-E28F868BFB1E}" presName="thickLine" presStyleLbl="alignNode1" presStyleIdx="6" presStyleCnt="9"/>
      <dgm:spPr/>
    </dgm:pt>
    <dgm:pt modelId="{F3163A79-BA76-427B-BD90-F26A56EDC3E7}" type="pres">
      <dgm:prSet presAssocID="{0C5A69F5-02C8-4227-A5FC-E28F868BFB1E}" presName="horz1" presStyleCnt="0"/>
      <dgm:spPr/>
    </dgm:pt>
    <dgm:pt modelId="{A364E8DC-6431-4732-B206-0C94DA05BD35}" type="pres">
      <dgm:prSet presAssocID="{0C5A69F5-02C8-4227-A5FC-E28F868BFB1E}" presName="tx1" presStyleLbl="revTx" presStyleIdx="6" presStyleCnt="9"/>
      <dgm:spPr/>
    </dgm:pt>
    <dgm:pt modelId="{4F00779A-D694-4559-A806-46B6CED19F35}" type="pres">
      <dgm:prSet presAssocID="{0C5A69F5-02C8-4227-A5FC-E28F868BFB1E}" presName="vert1" presStyleCnt="0"/>
      <dgm:spPr/>
    </dgm:pt>
    <dgm:pt modelId="{90C40C1B-F740-43B2-85E3-A58AD286C4B6}" type="pres">
      <dgm:prSet presAssocID="{CE288F29-010A-4288-AC6B-059FBAE53798}" presName="thickLine" presStyleLbl="alignNode1" presStyleIdx="7" presStyleCnt="9"/>
      <dgm:spPr/>
    </dgm:pt>
    <dgm:pt modelId="{557AE666-208D-48A1-975C-347C1D280113}" type="pres">
      <dgm:prSet presAssocID="{CE288F29-010A-4288-AC6B-059FBAE53798}" presName="horz1" presStyleCnt="0"/>
      <dgm:spPr/>
    </dgm:pt>
    <dgm:pt modelId="{69BA1CD6-3DD8-4B69-997F-65BCED35A94E}" type="pres">
      <dgm:prSet presAssocID="{CE288F29-010A-4288-AC6B-059FBAE53798}" presName="tx1" presStyleLbl="revTx" presStyleIdx="7" presStyleCnt="9"/>
      <dgm:spPr/>
    </dgm:pt>
    <dgm:pt modelId="{7D91AAEE-C70B-4DBB-8271-3B7DF9DDA408}" type="pres">
      <dgm:prSet presAssocID="{CE288F29-010A-4288-AC6B-059FBAE53798}" presName="vert1" presStyleCnt="0"/>
      <dgm:spPr/>
    </dgm:pt>
    <dgm:pt modelId="{ADCC05D6-B12F-47CB-A1CB-415910F688FB}" type="pres">
      <dgm:prSet presAssocID="{B83C0F6A-A386-4E5D-9C36-E70E9B4E4CE4}" presName="thickLine" presStyleLbl="alignNode1" presStyleIdx="8" presStyleCnt="9"/>
      <dgm:spPr/>
    </dgm:pt>
    <dgm:pt modelId="{3237D07F-45E7-4BA2-9A65-3F0B70158F4B}" type="pres">
      <dgm:prSet presAssocID="{B83C0F6A-A386-4E5D-9C36-E70E9B4E4CE4}" presName="horz1" presStyleCnt="0"/>
      <dgm:spPr/>
    </dgm:pt>
    <dgm:pt modelId="{6485652C-30BC-4083-8B0E-48EA7B5B8DDE}" type="pres">
      <dgm:prSet presAssocID="{B83C0F6A-A386-4E5D-9C36-E70E9B4E4CE4}" presName="tx1" presStyleLbl="revTx" presStyleIdx="8" presStyleCnt="9"/>
      <dgm:spPr/>
    </dgm:pt>
    <dgm:pt modelId="{6A014091-F260-4455-B5ED-33FB4EDA0FF3}" type="pres">
      <dgm:prSet presAssocID="{B83C0F6A-A386-4E5D-9C36-E70E9B4E4CE4}" presName="vert1" presStyleCnt="0"/>
      <dgm:spPr/>
    </dgm:pt>
  </dgm:ptLst>
  <dgm:cxnLst>
    <dgm:cxn modelId="{5BEF7906-0E13-4294-8A12-55A66561082B}" type="presOf" srcId="{0ADE51F8-B674-4824-9D74-6E0EC477CA8E}" destId="{76B75EC3-43EC-4B0B-994C-4D23D48CB978}" srcOrd="0" destOrd="0" presId="urn:microsoft.com/office/officeart/2008/layout/LinedList"/>
    <dgm:cxn modelId="{59BEFF07-2A77-43A0-AA89-1FF27010AB9B}" srcId="{0025837E-F790-4B95-B316-6D519B967A46}" destId="{70C4E3BA-347C-4EBF-933C-699D0B2937EE}" srcOrd="2" destOrd="0" parTransId="{3107C3E3-4AED-4E22-83D9-B96F5D993A6E}" sibTransId="{C8F9489A-8A04-4DE1-921D-3FC0B1ECC553}"/>
    <dgm:cxn modelId="{48B39B17-BA10-41B8-A9CB-7B2EA219F124}" srcId="{0025837E-F790-4B95-B316-6D519B967A46}" destId="{B83C0F6A-A386-4E5D-9C36-E70E9B4E4CE4}" srcOrd="8" destOrd="0" parTransId="{DFFB42F0-F4EF-47CB-85E5-B5D6FE339B6B}" sibTransId="{AA606A15-608F-4C40-B4C6-A2B8CBDF9B9C}"/>
    <dgm:cxn modelId="{5792434C-DE68-4CE6-B0AD-63883AFB2665}" type="presOf" srcId="{0C5A69F5-02C8-4227-A5FC-E28F868BFB1E}" destId="{A364E8DC-6431-4732-B206-0C94DA05BD35}" srcOrd="0" destOrd="0" presId="urn:microsoft.com/office/officeart/2008/layout/LinedList"/>
    <dgm:cxn modelId="{22D1B44E-4773-4C30-8BFC-D50F91D0434F}" type="presOf" srcId="{D8E26072-A273-41EA-9CB8-D02BA3FEC63C}" destId="{3F1E92D4-64EB-4AB1-834C-95D918A7A18C}" srcOrd="0" destOrd="0" presId="urn:microsoft.com/office/officeart/2008/layout/LinedList"/>
    <dgm:cxn modelId="{5C289674-250D-4631-B79D-6A9AF0D1108B}" type="presOf" srcId="{5E291494-4A49-49C5-BE2D-95341A2B7A17}" destId="{5DC67CA5-9262-4A2F-A7A8-240F16CD13F8}" srcOrd="0" destOrd="0" presId="urn:microsoft.com/office/officeart/2008/layout/LinedList"/>
    <dgm:cxn modelId="{25A19178-93BF-44A6-9713-9709187413C2}" type="presOf" srcId="{B83C0F6A-A386-4E5D-9C36-E70E9B4E4CE4}" destId="{6485652C-30BC-4083-8B0E-48EA7B5B8DDE}" srcOrd="0" destOrd="0" presId="urn:microsoft.com/office/officeart/2008/layout/LinedList"/>
    <dgm:cxn modelId="{E5A6E680-E469-4863-8B8D-AAB74071C3D1}" type="presOf" srcId="{627BEA59-B3B3-4949-8E20-1A6844ACE22E}" destId="{052A28DE-CD2F-4D6F-AB75-62ACFB1A1ADA}" srcOrd="0" destOrd="0" presId="urn:microsoft.com/office/officeart/2008/layout/LinedList"/>
    <dgm:cxn modelId="{DD1B4D83-20EA-461C-A0A1-B5649014F159}" srcId="{0025837E-F790-4B95-B316-6D519B967A46}" destId="{CE288F29-010A-4288-AC6B-059FBAE53798}" srcOrd="7" destOrd="0" parTransId="{5900793E-62CD-4B5F-87ED-98F8428CE021}" sibTransId="{EA81A44C-F3CA-417C-9494-B52ADBF3317A}"/>
    <dgm:cxn modelId="{52B56C9B-C906-4CF0-83CC-5B8564BDD58F}" type="presOf" srcId="{CE288F29-010A-4288-AC6B-059FBAE53798}" destId="{69BA1CD6-3DD8-4B69-997F-65BCED35A94E}" srcOrd="0" destOrd="0" presId="urn:microsoft.com/office/officeart/2008/layout/LinedList"/>
    <dgm:cxn modelId="{03084EAB-43ED-4220-A38B-39982207E39D}" srcId="{0025837E-F790-4B95-B316-6D519B967A46}" destId="{0ADE51F8-B674-4824-9D74-6E0EC477CA8E}" srcOrd="0" destOrd="0" parTransId="{65370EF2-238C-4F95-935C-73B0337F7911}" sibTransId="{06E66D8B-8D2F-4903-ADC2-50E3872F43BB}"/>
    <dgm:cxn modelId="{389B9DAE-F7AA-4457-888A-556D11DA15F9}" srcId="{0025837E-F790-4B95-B316-6D519B967A46}" destId="{0C5A69F5-02C8-4227-A5FC-E28F868BFB1E}" srcOrd="6" destOrd="0" parTransId="{59B19CE0-4A1D-464E-B385-7949336A95CE}" sibTransId="{53B7F736-4603-4AEB-827E-D750A329F448}"/>
    <dgm:cxn modelId="{7596D7B2-7DB0-4F94-98F2-0B8E9808702F}" srcId="{0025837E-F790-4B95-B316-6D519B967A46}" destId="{5E291494-4A49-49C5-BE2D-95341A2B7A17}" srcOrd="5" destOrd="0" parTransId="{43AF382C-F5A5-423D-AC61-C4B877E80E11}" sibTransId="{7E758699-2901-4760-8CE6-4E04792B28AC}"/>
    <dgm:cxn modelId="{D12F00B6-C143-42F6-BB32-45784B9A6C03}" srcId="{0025837E-F790-4B95-B316-6D519B967A46}" destId="{D718887F-09C2-4F60-9FF5-25E7290BD162}" srcOrd="4" destOrd="0" parTransId="{98F5B609-D749-4052-B706-EF34AF68C443}" sibTransId="{11B6C070-C133-44AB-8F44-F5E5A9E43843}"/>
    <dgm:cxn modelId="{74BCCBC6-2B4D-4AD8-A9C8-CC00F67B40FF}" srcId="{0025837E-F790-4B95-B316-6D519B967A46}" destId="{D8E26072-A273-41EA-9CB8-D02BA3FEC63C}" srcOrd="3" destOrd="0" parTransId="{FFF76656-5095-4BAB-9102-188835040115}" sibTransId="{5A40C5DD-B9D3-4983-9245-8032931234A0}"/>
    <dgm:cxn modelId="{E72D26C8-819F-4535-9910-19AD2DF373AC}" type="presOf" srcId="{D718887F-09C2-4F60-9FF5-25E7290BD162}" destId="{E1CEDFAF-6FA4-48EB-82BD-F84453897A85}" srcOrd="0" destOrd="0" presId="urn:microsoft.com/office/officeart/2008/layout/LinedList"/>
    <dgm:cxn modelId="{EF48ECF0-DE0F-4883-9892-E18A66199F61}" type="presOf" srcId="{70C4E3BA-347C-4EBF-933C-699D0B2937EE}" destId="{99ABCA0C-F851-4087-9123-A7D87B57032F}" srcOrd="0" destOrd="0" presId="urn:microsoft.com/office/officeart/2008/layout/LinedList"/>
    <dgm:cxn modelId="{8A1975F1-0AC8-41FB-88B8-D27C6333EE26}" srcId="{0025837E-F790-4B95-B316-6D519B967A46}" destId="{627BEA59-B3B3-4949-8E20-1A6844ACE22E}" srcOrd="1" destOrd="0" parTransId="{F8876F02-59B2-429E-BEF3-435698207B12}" sibTransId="{27975BD8-5DA5-47FB-B617-5114CB78C12C}"/>
    <dgm:cxn modelId="{58CA16FB-1ACD-4CF6-AFB9-3309E87FA2F7}" type="presOf" srcId="{0025837E-F790-4B95-B316-6D519B967A46}" destId="{88352D59-A87C-41FE-84AD-A4B9FC40EA3A}" srcOrd="0" destOrd="0" presId="urn:microsoft.com/office/officeart/2008/layout/LinedList"/>
    <dgm:cxn modelId="{C2FFEFE8-AD22-413C-84B0-05FFF9FE36B9}" type="presParOf" srcId="{88352D59-A87C-41FE-84AD-A4B9FC40EA3A}" destId="{2898942C-91FC-4A77-8DFB-4D83A28C193D}" srcOrd="0" destOrd="0" presId="urn:microsoft.com/office/officeart/2008/layout/LinedList"/>
    <dgm:cxn modelId="{0F4A08AA-FC12-4271-84A2-99C9290A01F5}" type="presParOf" srcId="{88352D59-A87C-41FE-84AD-A4B9FC40EA3A}" destId="{F741BB7C-445B-461F-959A-A15439DA9F57}" srcOrd="1" destOrd="0" presId="urn:microsoft.com/office/officeart/2008/layout/LinedList"/>
    <dgm:cxn modelId="{A6A3BA64-DDC4-4046-A7F8-F80FDA50223E}" type="presParOf" srcId="{F741BB7C-445B-461F-959A-A15439DA9F57}" destId="{76B75EC3-43EC-4B0B-994C-4D23D48CB978}" srcOrd="0" destOrd="0" presId="urn:microsoft.com/office/officeart/2008/layout/LinedList"/>
    <dgm:cxn modelId="{40E653DA-C769-443F-A061-A845B82447DE}" type="presParOf" srcId="{F741BB7C-445B-461F-959A-A15439DA9F57}" destId="{FD829D79-632C-4FC0-9766-090ABC6C5B40}" srcOrd="1" destOrd="0" presId="urn:microsoft.com/office/officeart/2008/layout/LinedList"/>
    <dgm:cxn modelId="{79D169C2-11E1-4D56-A173-9E9990ECA74F}" type="presParOf" srcId="{88352D59-A87C-41FE-84AD-A4B9FC40EA3A}" destId="{80B1DA6A-B841-4A2F-8B4C-45E876839EB3}" srcOrd="2" destOrd="0" presId="urn:microsoft.com/office/officeart/2008/layout/LinedList"/>
    <dgm:cxn modelId="{A2F180E4-025E-4046-B2E0-10FEB84B3EE2}" type="presParOf" srcId="{88352D59-A87C-41FE-84AD-A4B9FC40EA3A}" destId="{76962A85-69E1-40B3-A8EB-A5BA2DD980E6}" srcOrd="3" destOrd="0" presId="urn:microsoft.com/office/officeart/2008/layout/LinedList"/>
    <dgm:cxn modelId="{2205951D-20F5-4572-AF78-D107528EEC30}" type="presParOf" srcId="{76962A85-69E1-40B3-A8EB-A5BA2DD980E6}" destId="{052A28DE-CD2F-4D6F-AB75-62ACFB1A1ADA}" srcOrd="0" destOrd="0" presId="urn:microsoft.com/office/officeart/2008/layout/LinedList"/>
    <dgm:cxn modelId="{9901118B-C828-44B8-A252-DD2A6A1A63CF}" type="presParOf" srcId="{76962A85-69E1-40B3-A8EB-A5BA2DD980E6}" destId="{54E3DBC3-6AC2-4979-90FA-B4F642F2ECDD}" srcOrd="1" destOrd="0" presId="urn:microsoft.com/office/officeart/2008/layout/LinedList"/>
    <dgm:cxn modelId="{A8B12DD9-6518-46E1-A105-BD97162E5C76}" type="presParOf" srcId="{88352D59-A87C-41FE-84AD-A4B9FC40EA3A}" destId="{5F34E2A7-DB8C-4644-A187-936255346F61}" srcOrd="4" destOrd="0" presId="urn:microsoft.com/office/officeart/2008/layout/LinedList"/>
    <dgm:cxn modelId="{D8603745-AAF0-4BE9-8BCE-494D55183516}" type="presParOf" srcId="{88352D59-A87C-41FE-84AD-A4B9FC40EA3A}" destId="{A67CC6B4-C912-4CB9-BB7C-18833BBB0DC6}" srcOrd="5" destOrd="0" presId="urn:microsoft.com/office/officeart/2008/layout/LinedList"/>
    <dgm:cxn modelId="{D847AF57-A8FE-459F-A6F7-0FABF9D9DB69}" type="presParOf" srcId="{A67CC6B4-C912-4CB9-BB7C-18833BBB0DC6}" destId="{99ABCA0C-F851-4087-9123-A7D87B57032F}" srcOrd="0" destOrd="0" presId="urn:microsoft.com/office/officeart/2008/layout/LinedList"/>
    <dgm:cxn modelId="{98811B76-33ED-4E9B-9B17-BFE63B580C5D}" type="presParOf" srcId="{A67CC6B4-C912-4CB9-BB7C-18833BBB0DC6}" destId="{F53E8851-64B5-4F10-9B6C-DE95AB6CEC07}" srcOrd="1" destOrd="0" presId="urn:microsoft.com/office/officeart/2008/layout/LinedList"/>
    <dgm:cxn modelId="{0C12B6EB-EF04-4E46-B7D3-8D3D278646CD}" type="presParOf" srcId="{88352D59-A87C-41FE-84AD-A4B9FC40EA3A}" destId="{01892F2E-2F93-486C-AF67-0AD066927091}" srcOrd="6" destOrd="0" presId="urn:microsoft.com/office/officeart/2008/layout/LinedList"/>
    <dgm:cxn modelId="{57760A62-D941-4EF7-BA3F-2A0BC16E0CF8}" type="presParOf" srcId="{88352D59-A87C-41FE-84AD-A4B9FC40EA3A}" destId="{CE63FF44-28F1-40DD-A4F9-7D8A49110A01}" srcOrd="7" destOrd="0" presId="urn:microsoft.com/office/officeart/2008/layout/LinedList"/>
    <dgm:cxn modelId="{CF5CCC60-AC5E-49F9-9E64-D440A81FF6AB}" type="presParOf" srcId="{CE63FF44-28F1-40DD-A4F9-7D8A49110A01}" destId="{3F1E92D4-64EB-4AB1-834C-95D918A7A18C}" srcOrd="0" destOrd="0" presId="urn:microsoft.com/office/officeart/2008/layout/LinedList"/>
    <dgm:cxn modelId="{AAE5458D-AADE-4D66-98F5-C1E261A7DB27}" type="presParOf" srcId="{CE63FF44-28F1-40DD-A4F9-7D8A49110A01}" destId="{79F7BEAB-E898-420C-8828-47980BC83268}" srcOrd="1" destOrd="0" presId="urn:microsoft.com/office/officeart/2008/layout/LinedList"/>
    <dgm:cxn modelId="{C4F71826-0E9F-4CD9-A61C-B16105014AE6}" type="presParOf" srcId="{88352D59-A87C-41FE-84AD-A4B9FC40EA3A}" destId="{F567DEAE-F846-401C-AE76-4774F37046D6}" srcOrd="8" destOrd="0" presId="urn:microsoft.com/office/officeart/2008/layout/LinedList"/>
    <dgm:cxn modelId="{219ED18A-D1DA-420E-9A10-8CDBB1C381CD}" type="presParOf" srcId="{88352D59-A87C-41FE-84AD-A4B9FC40EA3A}" destId="{2C25DB97-9093-4591-A431-499A9864D39E}" srcOrd="9" destOrd="0" presId="urn:microsoft.com/office/officeart/2008/layout/LinedList"/>
    <dgm:cxn modelId="{E946E7A1-20C5-49BD-B1BD-2841098C3D1B}" type="presParOf" srcId="{2C25DB97-9093-4591-A431-499A9864D39E}" destId="{E1CEDFAF-6FA4-48EB-82BD-F84453897A85}" srcOrd="0" destOrd="0" presId="urn:microsoft.com/office/officeart/2008/layout/LinedList"/>
    <dgm:cxn modelId="{2CCF5978-6B71-46DA-9D65-309B275F22B7}" type="presParOf" srcId="{2C25DB97-9093-4591-A431-499A9864D39E}" destId="{E3CA18B6-7241-4142-AD54-8B83ED46C811}" srcOrd="1" destOrd="0" presId="urn:microsoft.com/office/officeart/2008/layout/LinedList"/>
    <dgm:cxn modelId="{74CDC034-C20F-402E-A20D-FE64409BE149}" type="presParOf" srcId="{88352D59-A87C-41FE-84AD-A4B9FC40EA3A}" destId="{A4EAA0A3-BF02-42D7-A82C-E56BE85EEDE7}" srcOrd="10" destOrd="0" presId="urn:microsoft.com/office/officeart/2008/layout/LinedList"/>
    <dgm:cxn modelId="{5A4BC3DE-93A7-47BE-94A4-13B5198FE5B9}" type="presParOf" srcId="{88352D59-A87C-41FE-84AD-A4B9FC40EA3A}" destId="{7B240D5A-91EE-46B7-B088-D69878417871}" srcOrd="11" destOrd="0" presId="urn:microsoft.com/office/officeart/2008/layout/LinedList"/>
    <dgm:cxn modelId="{ADFC3583-A087-4833-82D8-61DB35567247}" type="presParOf" srcId="{7B240D5A-91EE-46B7-B088-D69878417871}" destId="{5DC67CA5-9262-4A2F-A7A8-240F16CD13F8}" srcOrd="0" destOrd="0" presId="urn:microsoft.com/office/officeart/2008/layout/LinedList"/>
    <dgm:cxn modelId="{DC62EB1D-8860-4C48-B497-6A5BF3935CC5}" type="presParOf" srcId="{7B240D5A-91EE-46B7-B088-D69878417871}" destId="{B2B3EA40-BBCE-4C00-BAEE-2557326FA901}" srcOrd="1" destOrd="0" presId="urn:microsoft.com/office/officeart/2008/layout/LinedList"/>
    <dgm:cxn modelId="{9455E9C1-71B8-491F-A14F-35ACA252048F}" type="presParOf" srcId="{88352D59-A87C-41FE-84AD-A4B9FC40EA3A}" destId="{FADCF715-1035-4618-8965-F6343CC041F2}" srcOrd="12" destOrd="0" presId="urn:microsoft.com/office/officeart/2008/layout/LinedList"/>
    <dgm:cxn modelId="{55825F2E-3F49-4898-A1EB-3F754576165D}" type="presParOf" srcId="{88352D59-A87C-41FE-84AD-A4B9FC40EA3A}" destId="{F3163A79-BA76-427B-BD90-F26A56EDC3E7}" srcOrd="13" destOrd="0" presId="urn:microsoft.com/office/officeart/2008/layout/LinedList"/>
    <dgm:cxn modelId="{8DD520CE-2928-455B-B3AA-CD7AF07254AD}" type="presParOf" srcId="{F3163A79-BA76-427B-BD90-F26A56EDC3E7}" destId="{A364E8DC-6431-4732-B206-0C94DA05BD35}" srcOrd="0" destOrd="0" presId="urn:microsoft.com/office/officeart/2008/layout/LinedList"/>
    <dgm:cxn modelId="{98F4C894-D37C-42A6-8143-5F2838CFF0A5}" type="presParOf" srcId="{F3163A79-BA76-427B-BD90-F26A56EDC3E7}" destId="{4F00779A-D694-4559-A806-46B6CED19F35}" srcOrd="1" destOrd="0" presId="urn:microsoft.com/office/officeart/2008/layout/LinedList"/>
    <dgm:cxn modelId="{70EE805B-046C-40C8-8F20-753E89C67EB9}" type="presParOf" srcId="{88352D59-A87C-41FE-84AD-A4B9FC40EA3A}" destId="{90C40C1B-F740-43B2-85E3-A58AD286C4B6}" srcOrd="14" destOrd="0" presId="urn:microsoft.com/office/officeart/2008/layout/LinedList"/>
    <dgm:cxn modelId="{E41F7734-CBFC-4161-ACA2-7E0120E649B8}" type="presParOf" srcId="{88352D59-A87C-41FE-84AD-A4B9FC40EA3A}" destId="{557AE666-208D-48A1-975C-347C1D280113}" srcOrd="15" destOrd="0" presId="urn:microsoft.com/office/officeart/2008/layout/LinedList"/>
    <dgm:cxn modelId="{25852F0D-BE47-4CDE-87F2-061AFB4A7F30}" type="presParOf" srcId="{557AE666-208D-48A1-975C-347C1D280113}" destId="{69BA1CD6-3DD8-4B69-997F-65BCED35A94E}" srcOrd="0" destOrd="0" presId="urn:microsoft.com/office/officeart/2008/layout/LinedList"/>
    <dgm:cxn modelId="{F71DCD04-509B-4FAA-8289-9D2FA79E2642}" type="presParOf" srcId="{557AE666-208D-48A1-975C-347C1D280113}" destId="{7D91AAEE-C70B-4DBB-8271-3B7DF9DDA408}" srcOrd="1" destOrd="0" presId="urn:microsoft.com/office/officeart/2008/layout/LinedList"/>
    <dgm:cxn modelId="{17C963C7-7297-4601-99E6-7A0D8FC0EC49}" type="presParOf" srcId="{88352D59-A87C-41FE-84AD-A4B9FC40EA3A}" destId="{ADCC05D6-B12F-47CB-A1CB-415910F688FB}" srcOrd="16" destOrd="0" presId="urn:microsoft.com/office/officeart/2008/layout/LinedList"/>
    <dgm:cxn modelId="{CCDB4C51-EFE5-43B4-B8E7-30CC833985FE}" type="presParOf" srcId="{88352D59-A87C-41FE-84AD-A4B9FC40EA3A}" destId="{3237D07F-45E7-4BA2-9A65-3F0B70158F4B}" srcOrd="17" destOrd="0" presId="urn:microsoft.com/office/officeart/2008/layout/LinedList"/>
    <dgm:cxn modelId="{F4C65B72-A685-4140-A610-740091B63241}" type="presParOf" srcId="{3237D07F-45E7-4BA2-9A65-3F0B70158F4B}" destId="{6485652C-30BC-4083-8B0E-48EA7B5B8DDE}" srcOrd="0" destOrd="0" presId="urn:microsoft.com/office/officeart/2008/layout/LinedList"/>
    <dgm:cxn modelId="{CA8F23AB-BF7E-487E-A633-07A97C7828A4}" type="presParOf" srcId="{3237D07F-45E7-4BA2-9A65-3F0B70158F4B}" destId="{6A014091-F260-4455-B5ED-33FB4EDA0FF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0B8541-051D-4064-B874-A3E216315336}">
      <dsp:nvSpPr>
        <dsp:cNvPr id="0" name=""/>
        <dsp:cNvSpPr/>
      </dsp:nvSpPr>
      <dsp:spPr>
        <a:xfrm>
          <a:off x="199706" y="1344161"/>
          <a:ext cx="910992" cy="9109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E597B-F5AE-4C85-BC9D-4C27BC6F2E7F}">
      <dsp:nvSpPr>
        <dsp:cNvPr id="0" name=""/>
        <dsp:cNvSpPr/>
      </dsp:nvSpPr>
      <dsp:spPr>
        <a:xfrm>
          <a:off x="391015" y="1535470"/>
          <a:ext cx="528375" cy="5283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37E47-665A-4C9F-9919-A52F0B930641}">
      <dsp:nvSpPr>
        <dsp:cNvPr id="0" name=""/>
        <dsp:cNvSpPr/>
      </dsp:nvSpPr>
      <dsp:spPr>
        <a:xfrm>
          <a:off x="1305912" y="1344161"/>
          <a:ext cx="2147340" cy="910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0" i="0" kern="1200" baseline="0"/>
            <a:t>Veri: </a:t>
          </a:r>
          <a:r>
            <a:rPr lang="tr-TR" sz="2000" b="0" i="1" kern="1200" baseline="0"/>
            <a:t>SuperMarket Analysis (Kaggle)</a:t>
          </a:r>
          <a:endParaRPr lang="en-US" sz="2000" kern="1200"/>
        </a:p>
      </dsp:txBody>
      <dsp:txXfrm>
        <a:off x="1305912" y="1344161"/>
        <a:ext cx="2147340" cy="910992"/>
      </dsp:txXfrm>
    </dsp:sp>
    <dsp:sp modelId="{0A8269F8-1766-4AC4-AF23-8FCB33854121}">
      <dsp:nvSpPr>
        <dsp:cNvPr id="0" name=""/>
        <dsp:cNvSpPr/>
      </dsp:nvSpPr>
      <dsp:spPr>
        <a:xfrm>
          <a:off x="3827410" y="1344161"/>
          <a:ext cx="910992" cy="910992"/>
        </a:xfrm>
        <a:prstGeom prst="ellipse">
          <a:avLst/>
        </a:prstGeom>
        <a:solidFill>
          <a:schemeClr val="accent2">
            <a:hueOff val="2771159"/>
            <a:satOff val="-477"/>
            <a:lumOff val="-4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04B2C5-F367-4AFE-87A6-257D958673A5}">
      <dsp:nvSpPr>
        <dsp:cNvPr id="0" name=""/>
        <dsp:cNvSpPr/>
      </dsp:nvSpPr>
      <dsp:spPr>
        <a:xfrm>
          <a:off x="4018719" y="1535470"/>
          <a:ext cx="528375" cy="5283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C06FF-4769-4312-AA59-5CD4F264C033}">
      <dsp:nvSpPr>
        <dsp:cNvPr id="0" name=""/>
        <dsp:cNvSpPr/>
      </dsp:nvSpPr>
      <dsp:spPr>
        <a:xfrm>
          <a:off x="4933616" y="1344161"/>
          <a:ext cx="2147340" cy="910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0" i="0" kern="1200" baseline="0" dirty="0"/>
            <a:t>Kullanılan alanlar: </a:t>
          </a:r>
          <a:r>
            <a:rPr lang="tr-TR" sz="2000" b="0" i="0" kern="1200" baseline="0" dirty="0" err="1"/>
            <a:t>Date</a:t>
          </a:r>
          <a:r>
            <a:rPr lang="tr-TR" sz="2000" b="0" i="0" kern="1200" baseline="0" dirty="0"/>
            <a:t>, Time → </a:t>
          </a:r>
          <a:r>
            <a:rPr lang="tr-TR" sz="2000" b="0" i="0" kern="1200" baseline="0" dirty="0" err="1"/>
            <a:t>DateTime</a:t>
          </a:r>
          <a:endParaRPr lang="en-US" sz="2000" kern="1200" dirty="0"/>
        </a:p>
      </dsp:txBody>
      <dsp:txXfrm>
        <a:off x="4933616" y="1344161"/>
        <a:ext cx="2147340" cy="910992"/>
      </dsp:txXfrm>
    </dsp:sp>
    <dsp:sp modelId="{6684A19C-8611-4076-AE3D-4C00AA2BD9AA}">
      <dsp:nvSpPr>
        <dsp:cNvPr id="0" name=""/>
        <dsp:cNvSpPr/>
      </dsp:nvSpPr>
      <dsp:spPr>
        <a:xfrm>
          <a:off x="7455114" y="1344161"/>
          <a:ext cx="910992" cy="910992"/>
        </a:xfrm>
        <a:prstGeom prst="ellipse">
          <a:avLst/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A4ACBE-C715-4E85-B400-A46A927AACF2}">
      <dsp:nvSpPr>
        <dsp:cNvPr id="0" name=""/>
        <dsp:cNvSpPr/>
      </dsp:nvSpPr>
      <dsp:spPr>
        <a:xfrm>
          <a:off x="7646422" y="1535470"/>
          <a:ext cx="528375" cy="5283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F3A882-1F93-468D-812C-9CAC2C2073C2}">
      <dsp:nvSpPr>
        <dsp:cNvPr id="0" name=""/>
        <dsp:cNvSpPr/>
      </dsp:nvSpPr>
      <dsp:spPr>
        <a:xfrm>
          <a:off x="8561319" y="1344161"/>
          <a:ext cx="2147340" cy="910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0" i="0" kern="1200" baseline="0"/>
            <a:t>Interarrival (dk) = ardışık DateTime farkı</a:t>
          </a:r>
          <a:endParaRPr lang="en-US" sz="2000" kern="1200"/>
        </a:p>
      </dsp:txBody>
      <dsp:txXfrm>
        <a:off x="8561319" y="1344161"/>
        <a:ext cx="2147340" cy="9109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318D43-C898-4684-894A-98A7AF66BD9B}">
      <dsp:nvSpPr>
        <dsp:cNvPr id="0" name=""/>
        <dsp:cNvSpPr/>
      </dsp:nvSpPr>
      <dsp:spPr>
        <a:xfrm>
          <a:off x="3109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E46D6-F034-4B90-9116-0B212392B340}">
      <dsp:nvSpPr>
        <dsp:cNvPr id="0" name=""/>
        <dsp:cNvSpPr/>
      </dsp:nvSpPr>
      <dsp:spPr>
        <a:xfrm>
          <a:off x="113542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kern="1200"/>
            <a:t>Tabloda kullanılan temel sütunlar:</a:t>
          </a:r>
          <a:endParaRPr lang="en-US" sz="900" kern="1200"/>
        </a:p>
      </dsp:txBody>
      <dsp:txXfrm>
        <a:off x="132027" y="1351914"/>
        <a:ext cx="956923" cy="594152"/>
      </dsp:txXfrm>
    </dsp:sp>
    <dsp:sp modelId="{289EE401-D261-4B53-8945-E2DC795217F2}">
      <dsp:nvSpPr>
        <dsp:cNvPr id="0" name=""/>
        <dsp:cNvSpPr/>
      </dsp:nvSpPr>
      <dsp:spPr>
        <a:xfrm>
          <a:off x="1217869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DF89E-A781-42F1-B680-2A5F66F6AB66}">
      <dsp:nvSpPr>
        <dsp:cNvPr id="0" name=""/>
        <dsp:cNvSpPr/>
      </dsp:nvSpPr>
      <dsp:spPr>
        <a:xfrm>
          <a:off x="1328301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/>
            <a:t>Interarrival Time:</a:t>
          </a:r>
          <a:r>
            <a:rPr lang="tr-TR" sz="900" kern="1200"/>
            <a:t> Müşteriler arası geliş süresi</a:t>
          </a:r>
          <a:endParaRPr lang="en-US" sz="900" kern="1200"/>
        </a:p>
      </dsp:txBody>
      <dsp:txXfrm>
        <a:off x="1346786" y="1351914"/>
        <a:ext cx="956923" cy="594152"/>
      </dsp:txXfrm>
    </dsp:sp>
    <dsp:sp modelId="{2377E35D-4EAC-455C-9769-458DDFAB3FFC}">
      <dsp:nvSpPr>
        <dsp:cNvPr id="0" name=""/>
        <dsp:cNvSpPr/>
      </dsp:nvSpPr>
      <dsp:spPr>
        <a:xfrm>
          <a:off x="2432628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C36E7E-6696-46D3-BC56-60A1B2D262C2}">
      <dsp:nvSpPr>
        <dsp:cNvPr id="0" name=""/>
        <dsp:cNvSpPr/>
      </dsp:nvSpPr>
      <dsp:spPr>
        <a:xfrm>
          <a:off x="2543061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 dirty="0" err="1"/>
            <a:t>Arrival</a:t>
          </a:r>
          <a:r>
            <a:rPr lang="tr-TR" sz="900" b="1" kern="1200" dirty="0"/>
            <a:t> Time:</a:t>
          </a:r>
          <a:r>
            <a:rPr lang="tr-TR" sz="900" kern="1200" dirty="0"/>
            <a:t> Müşterinin sisteme geliş zamanı</a:t>
          </a:r>
          <a:endParaRPr lang="en-US" sz="900" kern="1200" dirty="0"/>
        </a:p>
      </dsp:txBody>
      <dsp:txXfrm>
        <a:off x="2561546" y="1351914"/>
        <a:ext cx="956923" cy="594152"/>
      </dsp:txXfrm>
    </dsp:sp>
    <dsp:sp modelId="{516E2E3F-21C5-4B52-A2E9-A6272AEC54AC}">
      <dsp:nvSpPr>
        <dsp:cNvPr id="0" name=""/>
        <dsp:cNvSpPr/>
      </dsp:nvSpPr>
      <dsp:spPr>
        <a:xfrm>
          <a:off x="3647387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A79FE-0182-4B68-8979-41EB99DEF852}">
      <dsp:nvSpPr>
        <dsp:cNvPr id="0" name=""/>
        <dsp:cNvSpPr/>
      </dsp:nvSpPr>
      <dsp:spPr>
        <a:xfrm>
          <a:off x="3757820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 dirty="0"/>
            <a:t>Service Time:</a:t>
          </a:r>
          <a:r>
            <a:rPr lang="tr-TR" sz="900" kern="1200" dirty="0"/>
            <a:t> Kasada hizmet alma süresi</a:t>
          </a:r>
          <a:endParaRPr lang="en-US" sz="900" kern="1200" dirty="0"/>
        </a:p>
      </dsp:txBody>
      <dsp:txXfrm>
        <a:off x="3776305" y="1351914"/>
        <a:ext cx="956923" cy="594152"/>
      </dsp:txXfrm>
    </dsp:sp>
    <dsp:sp modelId="{2379AD32-D961-4BA6-870A-08DA8369C3CA}">
      <dsp:nvSpPr>
        <dsp:cNvPr id="0" name=""/>
        <dsp:cNvSpPr/>
      </dsp:nvSpPr>
      <dsp:spPr>
        <a:xfrm>
          <a:off x="4862146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F7179-0E1E-4106-A3BD-94A3F26EEA5D}">
      <dsp:nvSpPr>
        <dsp:cNvPr id="0" name=""/>
        <dsp:cNvSpPr/>
      </dsp:nvSpPr>
      <dsp:spPr>
        <a:xfrm>
          <a:off x="4972579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/>
            <a:t>Service Start Time:</a:t>
          </a:r>
          <a:r>
            <a:rPr lang="tr-TR" sz="900" kern="1200"/>
            <a:t> Servisin başladığı zaman</a:t>
          </a:r>
          <a:endParaRPr lang="en-US" sz="900" kern="1200"/>
        </a:p>
      </dsp:txBody>
      <dsp:txXfrm>
        <a:off x="4991064" y="1351914"/>
        <a:ext cx="956923" cy="594152"/>
      </dsp:txXfrm>
    </dsp:sp>
    <dsp:sp modelId="{A86A8553-CA10-4F9D-8771-78D955F39654}">
      <dsp:nvSpPr>
        <dsp:cNvPr id="0" name=""/>
        <dsp:cNvSpPr/>
      </dsp:nvSpPr>
      <dsp:spPr>
        <a:xfrm>
          <a:off x="6076906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BE7BF-E9AC-4036-A457-A0818F1AE61C}">
      <dsp:nvSpPr>
        <dsp:cNvPr id="0" name=""/>
        <dsp:cNvSpPr/>
      </dsp:nvSpPr>
      <dsp:spPr>
        <a:xfrm>
          <a:off x="6187338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/>
            <a:t>Service End Time:</a:t>
          </a:r>
          <a:r>
            <a:rPr lang="tr-TR" sz="900" kern="1200"/>
            <a:t> Servisin tamamlandığı zaman</a:t>
          </a:r>
          <a:endParaRPr lang="en-US" sz="900" kern="1200"/>
        </a:p>
      </dsp:txBody>
      <dsp:txXfrm>
        <a:off x="6205823" y="1351914"/>
        <a:ext cx="956923" cy="594152"/>
      </dsp:txXfrm>
    </dsp:sp>
    <dsp:sp modelId="{31AF7C27-C0E2-4C35-9060-077697806D62}">
      <dsp:nvSpPr>
        <dsp:cNvPr id="0" name=""/>
        <dsp:cNvSpPr/>
      </dsp:nvSpPr>
      <dsp:spPr>
        <a:xfrm>
          <a:off x="7291665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42789-CB9E-4866-9B52-5DB5EF036B8F}">
      <dsp:nvSpPr>
        <dsp:cNvPr id="0" name=""/>
        <dsp:cNvSpPr/>
      </dsp:nvSpPr>
      <dsp:spPr>
        <a:xfrm>
          <a:off x="7402097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/>
            <a:t>Waiting Time:</a:t>
          </a:r>
          <a:r>
            <a:rPr lang="tr-TR" sz="900" kern="1200"/>
            <a:t> Kuyrukta bekleme süresi</a:t>
          </a:r>
          <a:endParaRPr lang="en-US" sz="900" kern="1200"/>
        </a:p>
      </dsp:txBody>
      <dsp:txXfrm>
        <a:off x="7420582" y="1351914"/>
        <a:ext cx="956923" cy="594152"/>
      </dsp:txXfrm>
    </dsp:sp>
    <dsp:sp modelId="{7457A8B4-E431-487A-9D43-1DA96516268C}">
      <dsp:nvSpPr>
        <dsp:cNvPr id="0" name=""/>
        <dsp:cNvSpPr/>
      </dsp:nvSpPr>
      <dsp:spPr>
        <a:xfrm>
          <a:off x="8506424" y="1228518"/>
          <a:ext cx="993893" cy="63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3FB8F7-168E-4F03-850A-834811ACAB69}">
      <dsp:nvSpPr>
        <dsp:cNvPr id="0" name=""/>
        <dsp:cNvSpPr/>
      </dsp:nvSpPr>
      <dsp:spPr>
        <a:xfrm>
          <a:off x="8616857" y="1333429"/>
          <a:ext cx="993893" cy="6311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900" b="1" kern="1200"/>
            <a:t>System Time:</a:t>
          </a:r>
          <a:r>
            <a:rPr lang="tr-TR" sz="900" kern="1200"/>
            <a:t> Müşterinin sistemde kaldığı toplam süre</a:t>
          </a:r>
          <a:endParaRPr lang="en-US" sz="900" kern="1200"/>
        </a:p>
      </dsp:txBody>
      <dsp:txXfrm>
        <a:off x="8635342" y="1351914"/>
        <a:ext cx="956923" cy="594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8942C-91FC-4A77-8DFB-4D83A28C193D}">
      <dsp:nvSpPr>
        <dsp:cNvPr id="0" name=""/>
        <dsp:cNvSpPr/>
      </dsp:nvSpPr>
      <dsp:spPr>
        <a:xfrm>
          <a:off x="0" y="439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75EC3-43EC-4B0B-994C-4D23D48CB978}">
      <dsp:nvSpPr>
        <dsp:cNvPr id="0" name=""/>
        <dsp:cNvSpPr/>
      </dsp:nvSpPr>
      <dsp:spPr>
        <a:xfrm>
          <a:off x="0" y="439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Geliş hızı (</a:t>
          </a:r>
          <a:r>
            <a:rPr lang="el-GR" sz="1300" b="1" kern="1200" dirty="0"/>
            <a:t>λ)</a:t>
          </a:r>
          <a:r>
            <a:rPr lang="el-GR" sz="1300" kern="1200" dirty="0"/>
            <a:t> = 0.008356 </a:t>
          </a:r>
          <a:r>
            <a:rPr lang="tr-TR" sz="1300" kern="1200" dirty="0"/>
            <a:t>müşteri/dk</a:t>
          </a:r>
          <a:endParaRPr lang="en-US" sz="1300" kern="1200" dirty="0"/>
        </a:p>
      </dsp:txBody>
      <dsp:txXfrm>
        <a:off x="0" y="439"/>
        <a:ext cx="9613860" cy="399826"/>
      </dsp:txXfrm>
    </dsp:sp>
    <dsp:sp modelId="{80B1DA6A-B841-4A2F-8B4C-45E876839EB3}">
      <dsp:nvSpPr>
        <dsp:cNvPr id="0" name=""/>
        <dsp:cNvSpPr/>
      </dsp:nvSpPr>
      <dsp:spPr>
        <a:xfrm>
          <a:off x="0" y="400265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A28DE-CD2F-4D6F-AB75-62ACFB1A1ADA}">
      <dsp:nvSpPr>
        <dsp:cNvPr id="0" name=""/>
        <dsp:cNvSpPr/>
      </dsp:nvSpPr>
      <dsp:spPr>
        <a:xfrm>
          <a:off x="0" y="400265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 dirty="0"/>
            <a:t>Servis hızı (</a:t>
          </a:r>
          <a:r>
            <a:rPr lang="el-GR" sz="1300" b="1" kern="1200" dirty="0"/>
            <a:t>μ)</a:t>
          </a:r>
          <a:r>
            <a:rPr lang="el-GR" sz="1300" kern="1200" dirty="0"/>
            <a:t> = 0.012 </a:t>
          </a:r>
          <a:r>
            <a:rPr lang="tr-TR" sz="1300" kern="1200" dirty="0"/>
            <a:t>müşteri/dk</a:t>
          </a:r>
          <a:endParaRPr lang="en-US" sz="1300" kern="1200" dirty="0"/>
        </a:p>
      </dsp:txBody>
      <dsp:txXfrm>
        <a:off x="0" y="400265"/>
        <a:ext cx="9613860" cy="399826"/>
      </dsp:txXfrm>
    </dsp:sp>
    <dsp:sp modelId="{5F34E2A7-DB8C-4644-A187-936255346F61}">
      <dsp:nvSpPr>
        <dsp:cNvPr id="0" name=""/>
        <dsp:cNvSpPr/>
      </dsp:nvSpPr>
      <dsp:spPr>
        <a:xfrm>
          <a:off x="0" y="800092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ABCA0C-F851-4087-9123-A7D87B57032F}">
      <dsp:nvSpPr>
        <dsp:cNvPr id="0" name=""/>
        <dsp:cNvSpPr/>
      </dsp:nvSpPr>
      <dsp:spPr>
        <a:xfrm>
          <a:off x="0" y="800092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b="1" kern="1200"/>
            <a:t>Kullanım oranı (</a:t>
          </a:r>
          <a:r>
            <a:rPr lang="el-GR" sz="1300" b="1" kern="1200"/>
            <a:t>ρ = λ / μ)</a:t>
          </a:r>
          <a:r>
            <a:rPr lang="el-GR" sz="1300" kern="1200"/>
            <a:t> = </a:t>
          </a:r>
          <a:r>
            <a:rPr lang="el-GR" sz="1300" b="1" kern="1200"/>
            <a:t>0.696</a:t>
          </a:r>
          <a:endParaRPr lang="en-US" sz="1300" kern="1200"/>
        </a:p>
      </dsp:txBody>
      <dsp:txXfrm>
        <a:off x="0" y="800092"/>
        <a:ext cx="9613860" cy="399826"/>
      </dsp:txXfrm>
    </dsp:sp>
    <dsp:sp modelId="{01892F2E-2F93-486C-AF67-0AD066927091}">
      <dsp:nvSpPr>
        <dsp:cNvPr id="0" name=""/>
        <dsp:cNvSpPr/>
      </dsp:nvSpPr>
      <dsp:spPr>
        <a:xfrm>
          <a:off x="0" y="1199918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E92D4-64EB-4AB1-834C-95D918A7A18C}">
      <dsp:nvSpPr>
        <dsp:cNvPr id="0" name=""/>
        <dsp:cNvSpPr/>
      </dsp:nvSpPr>
      <dsp:spPr>
        <a:xfrm>
          <a:off x="0" y="1199918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300" kern="1200"/>
            <a:t>ρ &lt; 1 </a:t>
          </a:r>
          <a:r>
            <a:rPr lang="tr-TR" sz="1300" kern="1200"/>
            <a:t>olduğu için sistem </a:t>
          </a:r>
          <a:r>
            <a:rPr lang="tr-TR" sz="1300" b="1" kern="1200"/>
            <a:t>kararlı</a:t>
          </a:r>
          <a:r>
            <a:rPr lang="tr-TR" sz="1300" kern="1200"/>
            <a:t> çalışmaktadır.</a:t>
          </a:r>
          <a:endParaRPr lang="en-US" sz="1300" kern="1200"/>
        </a:p>
      </dsp:txBody>
      <dsp:txXfrm>
        <a:off x="0" y="1199918"/>
        <a:ext cx="9613860" cy="399826"/>
      </dsp:txXfrm>
    </dsp:sp>
    <dsp:sp modelId="{F567DEAE-F846-401C-AE76-4774F37046D6}">
      <dsp:nvSpPr>
        <dsp:cNvPr id="0" name=""/>
        <dsp:cNvSpPr/>
      </dsp:nvSpPr>
      <dsp:spPr>
        <a:xfrm>
          <a:off x="0" y="1599744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EDFAF-6FA4-48EB-82BD-F84453897A85}">
      <dsp:nvSpPr>
        <dsp:cNvPr id="0" name=""/>
        <dsp:cNvSpPr/>
      </dsp:nvSpPr>
      <dsp:spPr>
        <a:xfrm>
          <a:off x="0" y="1599744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Ortalama bekleme süresi (</a:t>
          </a:r>
          <a:r>
            <a:rPr lang="tr-TR" sz="1300" kern="1200" dirty="0" err="1"/>
            <a:t>Wq</a:t>
          </a:r>
          <a:r>
            <a:rPr lang="tr-TR" sz="1300" kern="1200" dirty="0"/>
            <a:t>) = 62.34 dk</a:t>
          </a:r>
          <a:endParaRPr lang="en-US" sz="1300" kern="1200" dirty="0"/>
        </a:p>
      </dsp:txBody>
      <dsp:txXfrm>
        <a:off x="0" y="1599744"/>
        <a:ext cx="9613860" cy="399826"/>
      </dsp:txXfrm>
    </dsp:sp>
    <dsp:sp modelId="{A4EAA0A3-BF02-42D7-A82C-E56BE85EEDE7}">
      <dsp:nvSpPr>
        <dsp:cNvPr id="0" name=""/>
        <dsp:cNvSpPr/>
      </dsp:nvSpPr>
      <dsp:spPr>
        <a:xfrm>
          <a:off x="0" y="1999571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67CA5-9262-4A2F-A7A8-240F16CD13F8}">
      <dsp:nvSpPr>
        <dsp:cNvPr id="0" name=""/>
        <dsp:cNvSpPr/>
      </dsp:nvSpPr>
      <dsp:spPr>
        <a:xfrm>
          <a:off x="0" y="1999571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Ortalama sistem süresi (W) = 142.71 dk</a:t>
          </a:r>
          <a:endParaRPr lang="en-US" sz="1300" kern="1200" dirty="0"/>
        </a:p>
      </dsp:txBody>
      <dsp:txXfrm>
        <a:off x="0" y="1999571"/>
        <a:ext cx="9613860" cy="399826"/>
      </dsp:txXfrm>
    </dsp:sp>
    <dsp:sp modelId="{FADCF715-1035-4618-8965-F6343CC041F2}">
      <dsp:nvSpPr>
        <dsp:cNvPr id="0" name=""/>
        <dsp:cNvSpPr/>
      </dsp:nvSpPr>
      <dsp:spPr>
        <a:xfrm>
          <a:off x="0" y="2399397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64E8DC-6431-4732-B206-0C94DA05BD35}">
      <dsp:nvSpPr>
        <dsp:cNvPr id="0" name=""/>
        <dsp:cNvSpPr/>
      </dsp:nvSpPr>
      <dsp:spPr>
        <a:xfrm>
          <a:off x="0" y="2399397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 dirty="0"/>
            <a:t>Ortalama servis süresi = 79.41 dk</a:t>
          </a:r>
          <a:endParaRPr lang="en-US" sz="1300" kern="1200" dirty="0"/>
        </a:p>
      </dsp:txBody>
      <dsp:txXfrm>
        <a:off x="0" y="2399397"/>
        <a:ext cx="9613860" cy="399826"/>
      </dsp:txXfrm>
    </dsp:sp>
    <dsp:sp modelId="{90C40C1B-F740-43B2-85E3-A58AD286C4B6}">
      <dsp:nvSpPr>
        <dsp:cNvPr id="0" name=""/>
        <dsp:cNvSpPr/>
      </dsp:nvSpPr>
      <dsp:spPr>
        <a:xfrm>
          <a:off x="0" y="2799223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A1CD6-3DD8-4B69-997F-65BCED35A94E}">
      <dsp:nvSpPr>
        <dsp:cNvPr id="0" name=""/>
        <dsp:cNvSpPr/>
      </dsp:nvSpPr>
      <dsp:spPr>
        <a:xfrm>
          <a:off x="0" y="2799223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Ortalama kuyruk uzunluğu (</a:t>
          </a:r>
          <a:r>
            <a:rPr lang="tr-TR" sz="1300" b="1" kern="1200"/>
            <a:t>Lq</a:t>
          </a:r>
          <a:r>
            <a:rPr lang="tr-TR" sz="1300" kern="1200"/>
            <a:t>, sistemde </a:t>
          </a:r>
          <a:r>
            <a:rPr lang="tr-TR" sz="1300" b="1" kern="1200"/>
            <a:t>herhangi bir anda</a:t>
          </a:r>
          <a:r>
            <a:rPr lang="tr-TR" sz="1300" kern="1200"/>
            <a:t> kuyrukta bekleyen </a:t>
          </a:r>
          <a:r>
            <a:rPr lang="tr-TR" sz="1300" b="1" kern="1200"/>
            <a:t>ortalama müşteri sayısıdır</a:t>
          </a:r>
          <a:r>
            <a:rPr lang="tr-TR" sz="1300" kern="1200"/>
            <a:t>.) (Lq) ≈ 0.495</a:t>
          </a:r>
          <a:endParaRPr lang="en-US" sz="1300" kern="1200"/>
        </a:p>
      </dsp:txBody>
      <dsp:txXfrm>
        <a:off x="0" y="2799223"/>
        <a:ext cx="9613860" cy="399826"/>
      </dsp:txXfrm>
    </dsp:sp>
    <dsp:sp modelId="{ADCC05D6-B12F-47CB-A1CB-415910F688FB}">
      <dsp:nvSpPr>
        <dsp:cNvPr id="0" name=""/>
        <dsp:cNvSpPr/>
      </dsp:nvSpPr>
      <dsp:spPr>
        <a:xfrm>
          <a:off x="0" y="3199050"/>
          <a:ext cx="961386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5652C-30BC-4083-8B0E-48EA7B5B8DDE}">
      <dsp:nvSpPr>
        <dsp:cNvPr id="0" name=""/>
        <dsp:cNvSpPr/>
      </dsp:nvSpPr>
      <dsp:spPr>
        <a:xfrm>
          <a:off x="0" y="3199050"/>
          <a:ext cx="9613860" cy="399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300" kern="1200"/>
            <a:t>Ortalama sistem müşteri sayısı (</a:t>
          </a:r>
          <a:r>
            <a:rPr lang="tr-TR" sz="1300" b="1" kern="1200"/>
            <a:t>L</a:t>
          </a:r>
          <a:r>
            <a:rPr lang="tr-TR" sz="1300" kern="1200"/>
            <a:t>, sistemde </a:t>
          </a:r>
          <a:r>
            <a:rPr lang="tr-TR" sz="1300" b="1" kern="1200"/>
            <a:t>herhangi bir anda</a:t>
          </a:r>
          <a:r>
            <a:rPr lang="tr-TR" sz="1300" kern="1200"/>
            <a:t> bulunan </a:t>
          </a:r>
          <a:r>
            <a:rPr lang="tr-TR" sz="1300" b="1" kern="1200"/>
            <a:t>toplam müşteri sayısıdır</a:t>
          </a:r>
          <a:r>
            <a:rPr lang="tr-TR" sz="1300" kern="1200"/>
            <a:t>:) (L) ≈ 1.117</a:t>
          </a:r>
          <a:endParaRPr lang="en-US" sz="1300" kern="1200"/>
        </a:p>
      </dsp:txBody>
      <dsp:txXfrm>
        <a:off x="0" y="3199050"/>
        <a:ext cx="9613860" cy="3998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06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1386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166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72423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401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836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9522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917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588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696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9987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1757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4883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1855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2598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7891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035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BC6DA-E8CE-4CEF-A774-7B363D024D00}" type="datetimeFigureOut">
              <a:rPr lang="tr-TR" smtClean="0"/>
              <a:t>15.12.2025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C260D-20DB-4EF0-96CA-D5DCD4114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9663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0">
            <a:extLst>
              <a:ext uri="{FF2B5EF4-FFF2-40B4-BE49-F238E27FC236}">
                <a16:creationId xmlns:a16="http://schemas.microsoft.com/office/drawing/2014/main" id="{730A2E4A-4E1D-41B9-AA0B-34724A7D9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2F1C8607-2E83-4D84-B3BB-7D9A6161A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12">
              <a:extLst>
                <a:ext uri="{FF2B5EF4-FFF2-40B4-BE49-F238E27FC236}">
                  <a16:creationId xmlns:a16="http://schemas.microsoft.com/office/drawing/2014/main" id="{15AE8AB0-75CD-4FBB-B35D-77407AE7A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3" name="Rectangle 14">
            <a:extLst>
              <a:ext uri="{FF2B5EF4-FFF2-40B4-BE49-F238E27FC236}">
                <a16:creationId xmlns:a16="http://schemas.microsoft.com/office/drawing/2014/main" id="{149874F5-DD96-463A-8A6B-232E65C3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015A30-82B7-9B8E-47EF-EA2D6BD81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908" y="4710483"/>
            <a:ext cx="8133478" cy="940240"/>
          </a:xfrm>
        </p:spPr>
        <p:txBody>
          <a:bodyPr>
            <a:normAutofit/>
          </a:bodyPr>
          <a:lstStyle/>
          <a:p>
            <a:r>
              <a:rPr lang="tr-TR" sz="3000"/>
              <a:t>Süpermarket Tek Kasalı Kuyruk Sistemi Simülasyonu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61B57D9-E7CB-119A-627D-E87A15BBE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908" y="5650118"/>
            <a:ext cx="8133478" cy="406566"/>
          </a:xfrm>
        </p:spPr>
        <p:txBody>
          <a:bodyPr>
            <a:normAutofit/>
          </a:bodyPr>
          <a:lstStyle/>
          <a:p>
            <a:r>
              <a:rPr lang="tr-TR" sz="1800"/>
              <a:t>Sistem Simülasyonu</a:t>
            </a:r>
          </a:p>
        </p:txBody>
      </p:sp>
      <p:pic>
        <p:nvPicPr>
          <p:cNvPr id="6" name="Resim 5" descr="çizim, diyagram, ekran görüntüsü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E7208EF-EC2E-C785-AC71-FC1F74DA96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54" b="28490"/>
          <a:stretch>
            <a:fillRect/>
          </a:stretch>
        </p:blipFill>
        <p:spPr>
          <a:xfrm>
            <a:off x="634277" y="640078"/>
            <a:ext cx="10917644" cy="360914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24" name="Rectangle 16">
            <a:extLst>
              <a:ext uri="{FF2B5EF4-FFF2-40B4-BE49-F238E27FC236}">
                <a16:creationId xmlns:a16="http://schemas.microsoft.com/office/drawing/2014/main" id="{DD5B5202-786F-43FD-ADAD-FD113DFBF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D48E48-6BD6-4E10-B72C-8284B9A12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48786-CC85-4387-9F6F-160EBBAC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4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C0ED43-2F3A-6826-08F2-B0AAB93D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Problem Tanımı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BB49D0-7995-1ADB-EBF1-C4D9E9BC83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3782588"/>
            <a:ext cx="475226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Sistem: Tek kasa (1 kasa), FIFO kuyruk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Müşteri gelişleri: üstel (λ)</a:t>
            </a:r>
          </a:p>
        </p:txBody>
      </p:sp>
      <p:pic>
        <p:nvPicPr>
          <p:cNvPr id="8" name="Resim 7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217F314-0485-AACE-1D4E-6C88CAA5F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142" y="2634344"/>
            <a:ext cx="5873846" cy="34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400ED0-BA6C-0816-62BD-84FD82E3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it-IT"/>
              <a:t>Veri Seti ve Ön İşleme</a:t>
            </a:r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43AC0BAE-8EA2-3559-3AC9-CCE68313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2086501"/>
            <a:ext cx="11985172" cy="104870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EF7987B-2B5D-10BE-D651-FF99485E6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61175"/>
              </p:ext>
            </p:extLst>
          </p:nvPr>
        </p:nvGraphicFramePr>
        <p:xfrm>
          <a:off x="299885" y="2336873"/>
          <a:ext cx="10908367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789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E97642C-32C0-A6D8-F6FD-FD88CA19A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it-IT" sz="2400">
                <a:solidFill>
                  <a:srgbClr val="FFFFFF"/>
                </a:solidFill>
              </a:rPr>
              <a:t>Dağılım Analizi ve İstatistiksel Model</a:t>
            </a:r>
            <a:endParaRPr lang="tr-TR" sz="2400">
              <a:solidFill>
                <a:srgbClr val="FFFFFF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FC6D25D-C9F0-E029-E0D6-C467E4D41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336873"/>
            <a:ext cx="3656289" cy="359931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Interarrival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histogramı sağa çarpık → üstel uygun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Ortalama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interarrival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≈ 119.67 dk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λ = 1 / ortalama ≈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0.008356 (1/dk)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sim 5" descr="metin, ekran görüntüsü, yazı tipi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1BFCE20-2E3C-A7F3-0A0C-5CF9CCA10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085" y="1854099"/>
            <a:ext cx="5629268" cy="314300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63573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2BD33F-BAF8-7694-6755-1F67DB8A3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Rastgele Sayı Üretimi (LCG) ve Geçerlilik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4422207-C67F-CD4A-EF15-BB2111864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Amaç</a:t>
            </a:r>
          </a:p>
          <a:p>
            <a:r>
              <a:rPr lang="tr-TR" dirty="0"/>
              <a:t>Simülasyonda kullanılacak rastgele sayıların </a:t>
            </a:r>
            <a:r>
              <a:rPr lang="tr-TR" b="1" dirty="0"/>
              <a:t>doğru ve güvenilir</a:t>
            </a:r>
            <a:r>
              <a:rPr lang="tr-TR" dirty="0"/>
              <a:t> olduğunu göstermek.</a:t>
            </a:r>
          </a:p>
          <a:p>
            <a:r>
              <a:rPr lang="tr-TR" dirty="0"/>
              <a:t>Simülasyonda kullanılan rastgele sayılar </a:t>
            </a:r>
            <a:r>
              <a:rPr lang="tr-TR" b="1" dirty="0"/>
              <a:t>Lineer Eşlenik Üreteç (LCG)</a:t>
            </a:r>
            <a:r>
              <a:rPr lang="tr-TR" dirty="0"/>
              <a:t> yöntemi ile üretilmiştir.</a:t>
            </a:r>
          </a:p>
        </p:txBody>
      </p:sp>
    </p:spTree>
    <p:extLst>
      <p:ext uri="{BB962C8B-B14F-4D97-AF65-F5344CB8AC3E}">
        <p14:creationId xmlns:p14="http://schemas.microsoft.com/office/powerpoint/2010/main" val="259900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7B5B8E-87F3-506C-ED4B-7D8AB17D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Rastgele Sayı Üretimi (LCG) ve Geçerlilik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8E199E0C-5A85-8742-BBBD-E776568981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321" y="2336872"/>
                <a:ext cx="9613861" cy="4401385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tr-TR" dirty="0"/>
                  <a:t>LCG formülü: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 </m:t>
                    </m:r>
                    <m:r>
                      <m:rPr>
                        <m:sty m:val="p"/>
                      </m:rPr>
                      <a:rPr lang="tr-TR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tr-TR" i="1"/>
                      <m:t> </m:t>
                    </m:r>
                    <m:r>
                      <a:rPr lang="tr-T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tr-TR" b="0" dirty="0"/>
              </a:p>
              <a:p>
                <a:r>
                  <a:rPr lang="tr-TR" dirty="0"/>
                  <a:t>Bu çalışmada kullanılan parametreler:</a:t>
                </a:r>
              </a:p>
              <a:p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tr-TR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tr-TR" dirty="0"/>
              </a:p>
              <a:p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tr-TR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endParaRPr lang="tr-TR" dirty="0"/>
              </a:p>
              <a:p>
                <a14:m>
                  <m:oMath xmlns:m="http://schemas.openxmlformats.org/officeDocument/2006/math">
                    <m:r>
                      <a:rPr lang="tr-TR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tr-TR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tr-T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ar-AE" dirty="0"/>
              </a:p>
              <a:p>
                <a:r>
                  <a:rPr lang="tr-TR" dirty="0"/>
                  <a:t>Üretilen sayılar yandaki dönüşüm ile </a:t>
                </a:r>
                <a:r>
                  <a:rPr lang="tr-TR" b="1" dirty="0"/>
                  <a:t>[0,1] aralığına</a:t>
                </a:r>
                <a:r>
                  <a:rPr lang="tr-TR" dirty="0"/>
                  <a:t> taşınmıştır:</a:t>
                </a:r>
              </a:p>
              <a:p>
                <a:r>
                  <a:rPr lang="tr-TR" b="1" dirty="0"/>
                  <a:t>Neden Geçerlilik Testi Yapıldı?</a:t>
                </a:r>
              </a:p>
              <a:p>
                <a:r>
                  <a:rPr lang="tr-TR" dirty="0"/>
                  <a:t>Rastgele sayıların gerçekten </a:t>
                </a:r>
                <a:r>
                  <a:rPr lang="tr-TR" b="1" dirty="0" err="1"/>
                  <a:t>Uniform</a:t>
                </a:r>
                <a:r>
                  <a:rPr lang="tr-TR" b="1" dirty="0"/>
                  <a:t>(0,1)</a:t>
                </a:r>
                <a:r>
                  <a:rPr lang="tr-TR" dirty="0"/>
                  <a:t> dağılımına uygun olması gerekir.</a:t>
                </a:r>
                <a:br>
                  <a:rPr lang="tr-TR" dirty="0"/>
                </a:br>
                <a:r>
                  <a:rPr lang="tr-TR" dirty="0"/>
                  <a:t>Aksi halde simülasyon sonuçları </a:t>
                </a:r>
                <a:r>
                  <a:rPr lang="tr-TR" b="1" dirty="0"/>
                  <a:t>yanıltıcı</a:t>
                </a:r>
                <a:r>
                  <a:rPr lang="tr-TR" dirty="0"/>
                  <a:t> olabilir</a:t>
                </a:r>
              </a:p>
              <a:p>
                <a:endParaRPr lang="tr-TR" dirty="0"/>
              </a:p>
              <a:p>
                <a:endParaRPr lang="tr-TR" dirty="0"/>
              </a:p>
              <a:p>
                <a:endParaRPr lang="tr-TR" dirty="0"/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8E199E0C-5A85-8742-BBBD-E776568981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21" y="2336872"/>
                <a:ext cx="9613861" cy="4401385"/>
              </a:xfrm>
              <a:blipFill>
                <a:blip r:embed="rId2"/>
                <a:stretch>
                  <a:fillRect l="-761" t="-3047" b="-263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 descr="yazı tipi, beyaz, tipografi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8321A57-B837-993C-3537-322D017B0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923" y="4978246"/>
            <a:ext cx="1724266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3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9">
            <a:extLst>
              <a:ext uri="{FF2B5EF4-FFF2-40B4-BE49-F238E27FC236}">
                <a16:creationId xmlns:a16="http://schemas.microsoft.com/office/drawing/2014/main" id="{5B8C3F18-2A17-4372-BAE1-DB295E2AC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23" name="Picture 11">
            <a:extLst>
              <a:ext uri="{FF2B5EF4-FFF2-40B4-BE49-F238E27FC236}">
                <a16:creationId xmlns:a16="http://schemas.microsoft.com/office/drawing/2014/main" id="{DCBB5819-B198-483A-901B-E94678953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13">
            <a:extLst>
              <a:ext uri="{FF2B5EF4-FFF2-40B4-BE49-F238E27FC236}">
                <a16:creationId xmlns:a16="http://schemas.microsoft.com/office/drawing/2014/main" id="{FC0814F6-DCDA-4612-801B-FEB1C2B81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8325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694CF788-1E16-4F1F-AAF8-5644BBA94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84E4DBC-8337-EAC3-99D2-A9D61D51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FFFFFF"/>
                </a:solidFill>
              </a:rPr>
              <a:t>Kolmogorov–</a:t>
            </a:r>
            <a:r>
              <a:rPr lang="tr-TR" b="1" dirty="0" err="1">
                <a:solidFill>
                  <a:srgbClr val="FFFFFF"/>
                </a:solidFill>
              </a:rPr>
              <a:t>Smirnov</a:t>
            </a:r>
            <a:r>
              <a:rPr lang="tr-TR" b="1" dirty="0">
                <a:solidFill>
                  <a:srgbClr val="FFFFFF"/>
                </a:solidFill>
              </a:rPr>
              <a:t> Testi</a:t>
            </a:r>
            <a:br>
              <a:rPr lang="tr-TR" b="1" dirty="0">
                <a:solidFill>
                  <a:srgbClr val="FFFFFF"/>
                </a:solidFill>
              </a:rPr>
            </a:br>
            <a:endParaRPr lang="tr-TR" dirty="0">
              <a:solidFill>
                <a:srgbClr val="FFFFFF"/>
              </a:solidFill>
            </a:endParaRPr>
          </a:p>
        </p:txBody>
      </p:sp>
      <p:pic>
        <p:nvPicPr>
          <p:cNvPr id="26" name="Picture 17">
            <a:extLst>
              <a:ext uri="{FF2B5EF4-FFF2-40B4-BE49-F238E27FC236}">
                <a16:creationId xmlns:a16="http://schemas.microsoft.com/office/drawing/2014/main" id="{484AEBEF-EF01-44A6-A9AC-E21D52665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DE03EF40-2402-EF2D-0BDF-89BD28B5AC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0321" y="2336873"/>
                <a:ext cx="6423211" cy="3599316"/>
              </a:xfrm>
            </p:spPr>
            <p:txBody>
              <a:bodyPr>
                <a:normAutofit/>
              </a:bodyPr>
              <a:lstStyle/>
              <a:p>
                <a:r>
                  <a:rPr lang="tr-TR" sz="1700" b="1" dirty="0">
                    <a:solidFill>
                      <a:srgbClr val="FFFFFF"/>
                    </a:solidFill>
                  </a:rPr>
                  <a:t>Kolmogorov–</a:t>
                </a:r>
                <a:r>
                  <a:rPr lang="tr-TR" sz="1700" b="1" dirty="0" err="1">
                    <a:solidFill>
                      <a:srgbClr val="FFFFFF"/>
                    </a:solidFill>
                  </a:rPr>
                  <a:t>Smirnov</a:t>
                </a:r>
                <a:r>
                  <a:rPr lang="tr-TR" sz="1700" b="1" dirty="0">
                    <a:solidFill>
                      <a:srgbClr val="FFFFFF"/>
                    </a:solidFill>
                  </a:rPr>
                  <a:t> (K–S) Testi</a:t>
                </a:r>
              </a:p>
              <a:p>
                <a:r>
                  <a:rPr lang="tr-TR" sz="1700" dirty="0">
                    <a:solidFill>
                      <a:srgbClr val="FFFFFF"/>
                    </a:solidFill>
                  </a:rPr>
                  <a:t>Üretilen 50 adet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tr-TR" sz="1700" dirty="0">
                    <a:solidFill>
                      <a:srgbClr val="FFFFFF"/>
                    </a:solidFill>
                  </a:rPr>
                  <a:t>değeri için </a:t>
                </a:r>
                <a:r>
                  <a:rPr lang="tr-TR" sz="1700" b="1" dirty="0">
                    <a:solidFill>
                      <a:srgbClr val="FFFFFF"/>
                    </a:solidFill>
                  </a:rPr>
                  <a:t>Kolmogorov–</a:t>
                </a:r>
                <a:r>
                  <a:rPr lang="tr-TR" sz="1700" b="1" dirty="0" err="1">
                    <a:solidFill>
                      <a:srgbClr val="FFFFFF"/>
                    </a:solidFill>
                  </a:rPr>
                  <a:t>Smirnov</a:t>
                </a:r>
                <a:r>
                  <a:rPr lang="tr-TR" sz="1700" b="1" dirty="0">
                    <a:solidFill>
                      <a:srgbClr val="FFFFFF"/>
                    </a:solidFill>
                  </a:rPr>
                  <a:t> testi</a:t>
                </a:r>
                <a:r>
                  <a:rPr lang="tr-TR" sz="1700" dirty="0">
                    <a:solidFill>
                      <a:srgbClr val="FFFFFF"/>
                    </a:solidFill>
                  </a:rPr>
                  <a:t> uygulanmıştır.</a:t>
                </a:r>
              </a:p>
              <a:p>
                <a:r>
                  <a:rPr lang="tr-TR" sz="1700" dirty="0">
                    <a:solidFill>
                      <a:srgbClr val="FFFFFF"/>
                    </a:solidFill>
                  </a:rPr>
                  <a:t>Anlamlılık düzeyi: </a:t>
                </a:r>
                <a14:m>
                  <m:oMath xmlns:m="http://schemas.openxmlformats.org/officeDocument/2006/math">
                    <m:r>
                      <a:rPr lang="tr-TR" sz="17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tr-TR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tr-TR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tr-TR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05</m:t>
                    </m:r>
                  </m:oMath>
                </a14:m>
                <a:endParaRPr lang="tr-TR" sz="1700" dirty="0">
                  <a:solidFill>
                    <a:srgbClr val="FFFFFF"/>
                  </a:solidFill>
                </a:endParaRPr>
              </a:p>
              <a:p>
                <a:r>
                  <a:rPr lang="tr-TR" sz="1700" dirty="0">
                    <a:solidFill>
                      <a:srgbClr val="FFFFFF"/>
                    </a:solidFill>
                  </a:rPr>
                  <a:t>Hesaplanan maksimum sapma: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06</m:t>
                    </m:r>
                  </m:oMath>
                </a14:m>
                <a:endParaRPr lang="ar-AE" sz="1700" dirty="0">
                  <a:solidFill>
                    <a:srgbClr val="FFFFFF"/>
                  </a:solidFill>
                </a:endParaRPr>
              </a:p>
              <a:p>
                <a:r>
                  <a:rPr lang="tr-TR" sz="1700" dirty="0">
                    <a:solidFill>
                      <a:srgbClr val="FFFFFF"/>
                    </a:solidFill>
                  </a:rPr>
                  <a:t>Kritik değer: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𝑘𝑟𝑖𝑡𝑖𝑘</m:t>
                        </m:r>
                      </m:sub>
                    </m:sSub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endParaRPr lang="ar-AE" sz="1700" dirty="0">
                  <a:solidFill>
                    <a:srgbClr val="FFFFFF"/>
                  </a:solidFill>
                </a:endParaRPr>
              </a:p>
              <a:p>
                <a:r>
                  <a:rPr lang="tr-TR" sz="1700" dirty="0">
                    <a:solidFill>
                      <a:srgbClr val="FFFFFF"/>
                    </a:solidFill>
                  </a:rPr>
                  <a:t>Karar: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𝑘𝑟𝑖𝑡𝑖𝑘</m:t>
                        </m:r>
                      </m:sub>
                    </m:sSub>
                    <m:r>
                      <a:rPr lang="ar-AE" sz="17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17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ar-AE" sz="1700" i="1">
                        <a:solidFill>
                          <a:srgbClr val="FFFF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tr-TR" sz="1700" i="1">
                        <a:solidFill>
                          <a:srgbClr val="FFFFFF"/>
                        </a:solidFill>
                      </a:rPr>
                      <m:t>reddedilemez</m:t>
                    </m:r>
                  </m:oMath>
                </a14:m>
                <a:endParaRPr lang="tr-TR" sz="1700" b="0" dirty="0">
                  <a:solidFill>
                    <a:srgbClr val="FFFFFF"/>
                  </a:solidFill>
                </a:endParaRPr>
              </a:p>
              <a:p>
                <a:endParaRPr lang="tr-TR" sz="17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DE03EF40-2402-EF2D-0BDF-89BD28B5AC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0321" y="2336873"/>
                <a:ext cx="6423211" cy="3599316"/>
              </a:xfrm>
              <a:blipFill>
                <a:blip r:embed="rId4"/>
                <a:stretch>
                  <a:fillRect l="-475" t="-118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 useBgFill="1">
        <p:nvSpPr>
          <p:cNvPr id="27" name="Rectangle 19">
            <a:extLst>
              <a:ext uri="{FF2B5EF4-FFF2-40B4-BE49-F238E27FC236}">
                <a16:creationId xmlns:a16="http://schemas.microsoft.com/office/drawing/2014/main" id="{11D6DEA9-466D-4CF0-B302-39178915E1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46423" y="642795"/>
            <a:ext cx="3347830" cy="5575125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DEF41F2-5820-3583-7AB4-B5D4A6547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287" y="1713672"/>
            <a:ext cx="2731172" cy="342386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375187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8EA0C6-E618-5AEA-D759-D3D58189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Simülasyon Tablosu </a:t>
            </a:r>
            <a:r>
              <a:rPr lang="tr-TR" dirty="0"/>
              <a:t>ve Olay Akışı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DDB01B-4AE2-D522-8236-191C14A6D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Amaç</a:t>
            </a:r>
          </a:p>
          <a:p>
            <a:r>
              <a:rPr lang="tr-TR" dirty="0"/>
              <a:t>Tek kasalı süpermarket sisteminde müşteri akışını ve kuyruk oluşumunu </a:t>
            </a:r>
            <a:r>
              <a:rPr lang="tr-TR" b="1" dirty="0"/>
              <a:t>adım adım simüle etmek</a:t>
            </a:r>
            <a:r>
              <a:rPr lang="tr-TR" dirty="0"/>
              <a:t>.</a:t>
            </a:r>
          </a:p>
          <a:p>
            <a:r>
              <a:rPr lang="tr-TR" b="1" dirty="0"/>
              <a:t>Simülasyon Tablosunun Yapısı</a:t>
            </a:r>
          </a:p>
          <a:p>
            <a:r>
              <a:rPr lang="tr-TR" dirty="0"/>
              <a:t>Simülasyon Excel ortamında </a:t>
            </a:r>
            <a:r>
              <a:rPr lang="tr-TR" b="1" dirty="0"/>
              <a:t>ayrık olay yaklaşımı</a:t>
            </a:r>
            <a:r>
              <a:rPr lang="tr-TR" dirty="0"/>
              <a:t> ile hazırlanmıştır.</a:t>
            </a:r>
            <a:br>
              <a:rPr lang="tr-TR" dirty="0"/>
            </a:br>
            <a:r>
              <a:rPr lang="tr-TR" dirty="0"/>
              <a:t>Her satır </a:t>
            </a:r>
            <a:r>
              <a:rPr lang="tr-TR" b="1" dirty="0"/>
              <a:t>bir müşteriyi</a:t>
            </a:r>
            <a:r>
              <a:rPr lang="tr-TR" dirty="0"/>
              <a:t> temsil etmektedir.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4565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F6ECE8-7142-1824-F28C-70404A5C4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Simülasyon Tablosu </a:t>
            </a:r>
            <a:r>
              <a:rPr lang="tr-TR" dirty="0"/>
              <a:t>ve Olay Akışı</a:t>
            </a:r>
          </a:p>
        </p:txBody>
      </p:sp>
      <p:graphicFrame>
        <p:nvGraphicFramePr>
          <p:cNvPr id="9" name="İçerik Yer Tutucusu 2">
            <a:extLst>
              <a:ext uri="{FF2B5EF4-FFF2-40B4-BE49-F238E27FC236}">
                <a16:creationId xmlns:a16="http://schemas.microsoft.com/office/drawing/2014/main" id="{A9027008-660A-48C4-60CF-0757D0BB5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401658"/>
              </p:ext>
            </p:extLst>
          </p:nvPr>
        </p:nvGraphicFramePr>
        <p:xfrm>
          <a:off x="1190733" y="1697321"/>
          <a:ext cx="9613861" cy="3193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Resim 9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ACAD32A-5B55-C759-DEF0-D674FE9E71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57" y="4326870"/>
            <a:ext cx="10634686" cy="177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0A4DCE-2400-67DB-2C1D-1CD4CECB2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 ve Performans Ölçütleri</a:t>
            </a:r>
          </a:p>
        </p:txBody>
      </p:sp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1AF02D89-C215-8752-7280-A9A03505C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325000"/>
              </p:ext>
            </p:extLst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Resim 12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63879F5-7768-7B39-1EA5-EA3DEBD4AF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9351" y="2336873"/>
            <a:ext cx="5914642" cy="213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1758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155</TotalTime>
  <Words>447</Words>
  <Application>Microsoft Office PowerPoint</Application>
  <PresentationFormat>Geniş ekran</PresentationFormat>
  <Paragraphs>63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Cambria Math</vt:lpstr>
      <vt:lpstr>Trebuchet MS</vt:lpstr>
      <vt:lpstr>Berlin</vt:lpstr>
      <vt:lpstr>Süpermarket Tek Kasalı Kuyruk Sistemi Simülasyonu</vt:lpstr>
      <vt:lpstr>Problem Tanımı</vt:lpstr>
      <vt:lpstr>Veri Seti ve Ön İşleme</vt:lpstr>
      <vt:lpstr>Dağılım Analizi ve İstatistiksel Model</vt:lpstr>
      <vt:lpstr>Rastgele Sayı Üretimi (LCG) ve Geçerlilik</vt:lpstr>
      <vt:lpstr>Rastgele Sayı Üretimi (LCG) ve Geçerlilik</vt:lpstr>
      <vt:lpstr>Kolmogorov–Smirnov Testi </vt:lpstr>
      <vt:lpstr>Simülasyon Tablosu ve Olay Akışı</vt:lpstr>
      <vt:lpstr>Simülasyon Tablosu ve Olay Akışı</vt:lpstr>
      <vt:lpstr>Sonuçlar ve Performans Ölçütleri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Capar</dc:creator>
  <cp:lastModifiedBy>mehmet Capar</cp:lastModifiedBy>
  <cp:revision>2</cp:revision>
  <dcterms:created xsi:type="dcterms:W3CDTF">2025-12-15T12:39:32Z</dcterms:created>
  <dcterms:modified xsi:type="dcterms:W3CDTF">2025-12-15T15:18:11Z</dcterms:modified>
</cp:coreProperties>
</file>